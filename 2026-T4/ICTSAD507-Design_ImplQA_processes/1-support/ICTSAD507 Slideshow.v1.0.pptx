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4"/>
  </p:sldMasterIdLst>
  <p:notesMasterIdLst>
    <p:notesMasterId r:id="rId58"/>
  </p:notesMasterIdLst>
  <p:sldIdLst>
    <p:sldId id="256" r:id="rId5"/>
    <p:sldId id="264" r:id="rId6"/>
    <p:sldId id="258" r:id="rId7"/>
    <p:sldId id="265" r:id="rId8"/>
    <p:sldId id="266" r:id="rId9"/>
    <p:sldId id="267" r:id="rId10"/>
    <p:sldId id="268" r:id="rId11"/>
    <p:sldId id="259" r:id="rId12"/>
    <p:sldId id="269" r:id="rId13"/>
    <p:sldId id="270" r:id="rId14"/>
    <p:sldId id="271" r:id="rId15"/>
    <p:sldId id="272" r:id="rId16"/>
    <p:sldId id="273" r:id="rId17"/>
    <p:sldId id="274" r:id="rId18"/>
    <p:sldId id="275" r:id="rId19"/>
    <p:sldId id="276" r:id="rId20"/>
    <p:sldId id="277" r:id="rId21"/>
    <p:sldId id="278" r:id="rId22"/>
    <p:sldId id="279" r:id="rId23"/>
    <p:sldId id="280" r:id="rId24"/>
    <p:sldId id="281" r:id="rId25"/>
    <p:sldId id="282" r:id="rId26"/>
    <p:sldId id="283" r:id="rId27"/>
    <p:sldId id="284" r:id="rId28"/>
    <p:sldId id="285" r:id="rId29"/>
    <p:sldId id="286" r:id="rId30"/>
    <p:sldId id="287" r:id="rId31"/>
    <p:sldId id="288" r:id="rId32"/>
    <p:sldId id="289" r:id="rId33"/>
    <p:sldId id="290" r:id="rId34"/>
    <p:sldId id="291" r:id="rId35"/>
    <p:sldId id="292" r:id="rId36"/>
    <p:sldId id="293" r:id="rId37"/>
    <p:sldId id="294" r:id="rId38"/>
    <p:sldId id="296" r:id="rId39"/>
    <p:sldId id="298" r:id="rId40"/>
    <p:sldId id="299" r:id="rId41"/>
    <p:sldId id="300" r:id="rId42"/>
    <p:sldId id="301" r:id="rId43"/>
    <p:sldId id="297" r:id="rId44"/>
    <p:sldId id="302" r:id="rId45"/>
    <p:sldId id="303" r:id="rId46"/>
    <p:sldId id="304" r:id="rId47"/>
    <p:sldId id="305" r:id="rId48"/>
    <p:sldId id="306" r:id="rId49"/>
    <p:sldId id="307" r:id="rId50"/>
    <p:sldId id="309" r:id="rId51"/>
    <p:sldId id="308" r:id="rId52"/>
    <p:sldId id="310" r:id="rId53"/>
    <p:sldId id="311" r:id="rId54"/>
    <p:sldId id="312" r:id="rId55"/>
    <p:sldId id="313" r:id="rId56"/>
    <p:sldId id="314" r:id="rId57"/>
  </p:sldIdLst>
  <p:sldSz cx="18288000" cy="10287000"/>
  <p:notesSz cx="6858000" cy="9144000"/>
  <p:embeddedFontLst>
    <p:embeddedFont>
      <p:font typeface="Montserrat Light" panose="020F0302020204030204" pitchFamily="34" charset="0"/>
      <p:regular r:id="rId59"/>
      <p:italic r:id="rId60"/>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667A"/>
    <a:srgbClr val="00343B"/>
    <a:srgbClr val="31859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2836" autoAdjust="0"/>
    <p:restoredTop sz="94658" autoAdjust="0"/>
  </p:normalViewPr>
  <p:slideViewPr>
    <p:cSldViewPr>
      <p:cViewPr varScale="1">
        <p:scale>
          <a:sx n="61" d="100"/>
          <a:sy n="61" d="100"/>
        </p:scale>
        <p:origin x="280" y="824"/>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slide" Target="slides/slide43.xml"/><Relationship Id="rId50" Type="http://schemas.openxmlformats.org/officeDocument/2006/relationships/slide" Target="slides/slide46.xml"/><Relationship Id="rId55" Type="http://schemas.openxmlformats.org/officeDocument/2006/relationships/slide" Target="slides/slide51.xml"/><Relationship Id="rId63" Type="http://schemas.openxmlformats.org/officeDocument/2006/relationships/theme" Target="theme/theme1.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slide" Target="slides/slide49.xml"/><Relationship Id="rId58" Type="http://schemas.openxmlformats.org/officeDocument/2006/relationships/notesMaster" Target="notesMasters/notesMaster1.xml"/><Relationship Id="rId5" Type="http://schemas.openxmlformats.org/officeDocument/2006/relationships/slide" Target="slides/slide1.xml"/><Relationship Id="rId61" Type="http://schemas.openxmlformats.org/officeDocument/2006/relationships/presProps" Target="presProps.xml"/><Relationship Id="rId19" Type="http://schemas.openxmlformats.org/officeDocument/2006/relationships/slide" Target="slides/slide1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slide" Target="slides/slide52.xml"/><Relationship Id="rId64" Type="http://schemas.openxmlformats.org/officeDocument/2006/relationships/tableStyles" Target="tableStyles.xml"/><Relationship Id="rId8" Type="http://schemas.openxmlformats.org/officeDocument/2006/relationships/slide" Target="slides/slide4.xml"/><Relationship Id="rId51" Type="http://schemas.openxmlformats.org/officeDocument/2006/relationships/slide" Target="slides/slide47.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font" Target="fonts/font1.fntdata"/><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slide" Target="slides/slide50.xml"/><Relationship Id="rId62"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slide" Target="slides/slide53.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font" Target="fonts/font2.fntdata"/><Relationship Id="rId4" Type="http://schemas.openxmlformats.org/officeDocument/2006/relationships/slideMaster" Target="slideMasters/slideMaster1.xml"/><Relationship Id="rId9"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AU"/>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D30B3E1-491F-4DE8-A825-66E9E1A4E861}" type="datetimeFigureOut">
              <a:rPr lang="en-AU" smtClean="0"/>
              <a:t>11/7/2024</a:t>
            </a:fld>
            <a:endParaRPr lang="en-AU"/>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AU"/>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AU"/>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9039F7C-6B36-476B-B1D0-27733B12A66A}" type="slidenum">
              <a:rPr lang="en-AU" smtClean="0"/>
              <a:t>‹#›</a:t>
            </a:fld>
            <a:endParaRPr lang="en-AU"/>
          </a:p>
        </p:txBody>
      </p:sp>
    </p:spTree>
    <p:extLst>
      <p:ext uri="{BB962C8B-B14F-4D97-AF65-F5344CB8AC3E}">
        <p14:creationId xmlns:p14="http://schemas.microsoft.com/office/powerpoint/2010/main" val="33389720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49039F7C-6B36-476B-B1D0-27733B12A66A}" type="slidenum">
              <a:rPr lang="en-AU" smtClean="0"/>
              <a:t>2</a:t>
            </a:fld>
            <a:endParaRPr lang="en-AU"/>
          </a:p>
        </p:txBody>
      </p:sp>
    </p:spTree>
    <p:extLst>
      <p:ext uri="{BB962C8B-B14F-4D97-AF65-F5344CB8AC3E}">
        <p14:creationId xmlns:p14="http://schemas.microsoft.com/office/powerpoint/2010/main" val="359310582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49039F7C-6B36-476B-B1D0-27733B12A66A}" type="slidenum">
              <a:rPr lang="en-AU" smtClean="0"/>
              <a:t>8</a:t>
            </a:fld>
            <a:endParaRPr lang="en-AU"/>
          </a:p>
        </p:txBody>
      </p:sp>
    </p:spTree>
    <p:extLst>
      <p:ext uri="{BB962C8B-B14F-4D97-AF65-F5344CB8AC3E}">
        <p14:creationId xmlns:p14="http://schemas.microsoft.com/office/powerpoint/2010/main" val="45368983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49039F7C-6B36-476B-B1D0-27733B12A66A}" type="slidenum">
              <a:rPr lang="en-AU" smtClean="0"/>
              <a:t>11</a:t>
            </a:fld>
            <a:endParaRPr lang="en-AU"/>
          </a:p>
        </p:txBody>
      </p:sp>
    </p:spTree>
    <p:extLst>
      <p:ext uri="{BB962C8B-B14F-4D97-AF65-F5344CB8AC3E}">
        <p14:creationId xmlns:p14="http://schemas.microsoft.com/office/powerpoint/2010/main" val="30508115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49039F7C-6B36-476B-B1D0-27733B12A66A}" type="slidenum">
              <a:rPr lang="en-AU" smtClean="0"/>
              <a:t>13</a:t>
            </a:fld>
            <a:endParaRPr lang="en-AU"/>
          </a:p>
        </p:txBody>
      </p:sp>
    </p:spTree>
    <p:extLst>
      <p:ext uri="{BB962C8B-B14F-4D97-AF65-F5344CB8AC3E}">
        <p14:creationId xmlns:p14="http://schemas.microsoft.com/office/powerpoint/2010/main" val="395433929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49039F7C-6B36-476B-B1D0-27733B12A66A}" type="slidenum">
              <a:rPr lang="en-AU" smtClean="0"/>
              <a:t>16</a:t>
            </a:fld>
            <a:endParaRPr lang="en-AU"/>
          </a:p>
        </p:txBody>
      </p:sp>
    </p:spTree>
    <p:extLst>
      <p:ext uri="{BB962C8B-B14F-4D97-AF65-F5344CB8AC3E}">
        <p14:creationId xmlns:p14="http://schemas.microsoft.com/office/powerpoint/2010/main" val="134020142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49039F7C-6B36-476B-B1D0-27733B12A66A}" type="slidenum">
              <a:rPr lang="en-AU" smtClean="0"/>
              <a:t>19</a:t>
            </a:fld>
            <a:endParaRPr lang="en-AU"/>
          </a:p>
        </p:txBody>
      </p:sp>
    </p:spTree>
    <p:extLst>
      <p:ext uri="{BB962C8B-B14F-4D97-AF65-F5344CB8AC3E}">
        <p14:creationId xmlns:p14="http://schemas.microsoft.com/office/powerpoint/2010/main" val="98942578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49039F7C-6B36-476B-B1D0-27733B12A66A}" type="slidenum">
              <a:rPr lang="en-AU" smtClean="0"/>
              <a:t>20</a:t>
            </a:fld>
            <a:endParaRPr lang="en-AU"/>
          </a:p>
        </p:txBody>
      </p:sp>
    </p:spTree>
    <p:extLst>
      <p:ext uri="{BB962C8B-B14F-4D97-AF65-F5344CB8AC3E}">
        <p14:creationId xmlns:p14="http://schemas.microsoft.com/office/powerpoint/2010/main" val="244550087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49039F7C-6B36-476B-B1D0-27733B12A66A}" type="slidenum">
              <a:rPr lang="en-AU" smtClean="0"/>
              <a:t>23</a:t>
            </a:fld>
            <a:endParaRPr lang="en-AU"/>
          </a:p>
        </p:txBody>
      </p:sp>
    </p:spTree>
    <p:extLst>
      <p:ext uri="{BB962C8B-B14F-4D97-AF65-F5344CB8AC3E}">
        <p14:creationId xmlns:p14="http://schemas.microsoft.com/office/powerpoint/2010/main" val="176085330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49039F7C-6B36-476B-B1D0-27733B12A66A}" type="slidenum">
              <a:rPr lang="en-AU" smtClean="0"/>
              <a:t>25</a:t>
            </a:fld>
            <a:endParaRPr lang="en-AU"/>
          </a:p>
        </p:txBody>
      </p:sp>
    </p:spTree>
    <p:extLst>
      <p:ext uri="{BB962C8B-B14F-4D97-AF65-F5344CB8AC3E}">
        <p14:creationId xmlns:p14="http://schemas.microsoft.com/office/powerpoint/2010/main" val="37430152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49039F7C-6B36-476B-B1D0-27733B12A66A}" type="slidenum">
              <a:rPr lang="en-AU" smtClean="0"/>
              <a:t>28</a:t>
            </a:fld>
            <a:endParaRPr lang="en-AU"/>
          </a:p>
        </p:txBody>
      </p:sp>
    </p:spTree>
    <p:extLst>
      <p:ext uri="{BB962C8B-B14F-4D97-AF65-F5344CB8AC3E}">
        <p14:creationId xmlns:p14="http://schemas.microsoft.com/office/powerpoint/2010/main" val="374211510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49039F7C-6B36-476B-B1D0-27733B12A66A}" type="slidenum">
              <a:rPr lang="en-AU" smtClean="0"/>
              <a:t>32</a:t>
            </a:fld>
            <a:endParaRPr lang="en-AU"/>
          </a:p>
        </p:txBody>
      </p:sp>
    </p:spTree>
    <p:extLst>
      <p:ext uri="{BB962C8B-B14F-4D97-AF65-F5344CB8AC3E}">
        <p14:creationId xmlns:p14="http://schemas.microsoft.com/office/powerpoint/2010/main" val="189403873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49039F7C-6B36-476B-B1D0-27733B12A66A}" type="slidenum">
              <a:rPr lang="en-AU" smtClean="0"/>
              <a:t>33</a:t>
            </a:fld>
            <a:endParaRPr lang="en-AU"/>
          </a:p>
        </p:txBody>
      </p:sp>
    </p:spTree>
    <p:extLst>
      <p:ext uri="{BB962C8B-B14F-4D97-AF65-F5344CB8AC3E}">
        <p14:creationId xmlns:p14="http://schemas.microsoft.com/office/powerpoint/2010/main" val="198929607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49039F7C-6B36-476B-B1D0-27733B12A66A}" type="slidenum">
              <a:rPr lang="en-AU" smtClean="0"/>
              <a:t>34</a:t>
            </a:fld>
            <a:endParaRPr lang="en-AU"/>
          </a:p>
        </p:txBody>
      </p:sp>
    </p:spTree>
    <p:extLst>
      <p:ext uri="{BB962C8B-B14F-4D97-AF65-F5344CB8AC3E}">
        <p14:creationId xmlns:p14="http://schemas.microsoft.com/office/powerpoint/2010/main" val="81008343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49039F7C-6B36-476B-B1D0-27733B12A66A}" type="slidenum">
              <a:rPr lang="en-AU" smtClean="0"/>
              <a:t>40</a:t>
            </a:fld>
            <a:endParaRPr lang="en-AU"/>
          </a:p>
        </p:txBody>
      </p:sp>
    </p:spTree>
    <p:extLst>
      <p:ext uri="{BB962C8B-B14F-4D97-AF65-F5344CB8AC3E}">
        <p14:creationId xmlns:p14="http://schemas.microsoft.com/office/powerpoint/2010/main" val="372197736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49039F7C-6B36-476B-B1D0-27733B12A66A}" type="slidenum">
              <a:rPr lang="en-AU" smtClean="0"/>
              <a:t>42</a:t>
            </a:fld>
            <a:endParaRPr lang="en-AU"/>
          </a:p>
        </p:txBody>
      </p:sp>
    </p:spTree>
    <p:extLst>
      <p:ext uri="{BB962C8B-B14F-4D97-AF65-F5344CB8AC3E}">
        <p14:creationId xmlns:p14="http://schemas.microsoft.com/office/powerpoint/2010/main" val="195400056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49039F7C-6B36-476B-B1D0-27733B12A66A}" type="slidenum">
              <a:rPr lang="en-AU" smtClean="0"/>
              <a:t>43</a:t>
            </a:fld>
            <a:endParaRPr lang="en-AU"/>
          </a:p>
        </p:txBody>
      </p:sp>
    </p:spTree>
    <p:extLst>
      <p:ext uri="{BB962C8B-B14F-4D97-AF65-F5344CB8AC3E}">
        <p14:creationId xmlns:p14="http://schemas.microsoft.com/office/powerpoint/2010/main" val="144271620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49039F7C-6B36-476B-B1D0-27733B12A66A}" type="slidenum">
              <a:rPr lang="en-AU" smtClean="0"/>
              <a:t>44</a:t>
            </a:fld>
            <a:endParaRPr lang="en-AU"/>
          </a:p>
        </p:txBody>
      </p:sp>
    </p:spTree>
    <p:extLst>
      <p:ext uri="{BB962C8B-B14F-4D97-AF65-F5344CB8AC3E}">
        <p14:creationId xmlns:p14="http://schemas.microsoft.com/office/powerpoint/2010/main" val="398176471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49039F7C-6B36-476B-B1D0-27733B12A66A}" type="slidenum">
              <a:rPr lang="en-AU" smtClean="0"/>
              <a:t>46</a:t>
            </a:fld>
            <a:endParaRPr lang="en-AU"/>
          </a:p>
        </p:txBody>
      </p:sp>
    </p:spTree>
    <p:extLst>
      <p:ext uri="{BB962C8B-B14F-4D97-AF65-F5344CB8AC3E}">
        <p14:creationId xmlns:p14="http://schemas.microsoft.com/office/powerpoint/2010/main" val="329922212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49039F7C-6B36-476B-B1D0-27733B12A66A}" type="slidenum">
              <a:rPr lang="en-AU" smtClean="0"/>
              <a:t>47</a:t>
            </a:fld>
            <a:endParaRPr lang="en-AU"/>
          </a:p>
        </p:txBody>
      </p:sp>
    </p:spTree>
    <p:extLst>
      <p:ext uri="{BB962C8B-B14F-4D97-AF65-F5344CB8AC3E}">
        <p14:creationId xmlns:p14="http://schemas.microsoft.com/office/powerpoint/2010/main" val="297374173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49039F7C-6B36-476B-B1D0-27733B12A66A}" type="slidenum">
              <a:rPr lang="en-AU" smtClean="0"/>
              <a:t>52</a:t>
            </a:fld>
            <a:endParaRPr lang="en-AU"/>
          </a:p>
        </p:txBody>
      </p:sp>
    </p:spTree>
    <p:extLst>
      <p:ext uri="{BB962C8B-B14F-4D97-AF65-F5344CB8AC3E}">
        <p14:creationId xmlns:p14="http://schemas.microsoft.com/office/powerpoint/2010/main" val="393415193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49039F7C-6B36-476B-B1D0-27733B12A66A}" type="slidenum">
              <a:rPr lang="en-AU" smtClean="0"/>
              <a:t>53</a:t>
            </a:fld>
            <a:endParaRPr lang="en-AU"/>
          </a:p>
        </p:txBody>
      </p:sp>
    </p:spTree>
    <p:extLst>
      <p:ext uri="{BB962C8B-B14F-4D97-AF65-F5344CB8AC3E}">
        <p14:creationId xmlns:p14="http://schemas.microsoft.com/office/powerpoint/2010/main" val="242355346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21BD78BD-796B-4BF5-9352-FDB8F694BDD8}" type="datetime1">
              <a:rPr lang="en-US" smtClean="0"/>
              <a:t>7/11/24</a:t>
            </a:fld>
            <a:endParaRPr lang="en-US"/>
          </a:p>
        </p:txBody>
      </p:sp>
      <p:sp>
        <p:nvSpPr>
          <p:cNvPr id="5" name="Footer Placeholder 4"/>
          <p:cNvSpPr>
            <a:spLocks noGrp="1"/>
          </p:cNvSpPr>
          <p:nvPr>
            <p:ph type="ftr" sz="quarter" idx="11"/>
          </p:nvPr>
        </p:nvSpPr>
        <p:spPr/>
        <p:txBody>
          <a:bodyPr/>
          <a:lstStyle/>
          <a:p>
            <a:r>
              <a:rPr lang="en-US"/>
              <a:t>Unit code Unit title </a:t>
            </a:r>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4BCC0374-7323-4899-A285-30D4680251FF}" type="datetime1">
              <a:rPr lang="en-US" smtClean="0"/>
              <a:t>7/11/24</a:t>
            </a:fld>
            <a:endParaRPr lang="en-US"/>
          </a:p>
        </p:txBody>
      </p:sp>
      <p:sp>
        <p:nvSpPr>
          <p:cNvPr id="5" name="Footer Placeholder 4"/>
          <p:cNvSpPr>
            <a:spLocks noGrp="1"/>
          </p:cNvSpPr>
          <p:nvPr>
            <p:ph type="ftr" sz="quarter" idx="11"/>
          </p:nvPr>
        </p:nvSpPr>
        <p:spPr/>
        <p:txBody>
          <a:bodyPr/>
          <a:lstStyle/>
          <a:p>
            <a:r>
              <a:rPr lang="en-US"/>
              <a:t>Unit code Unit title </a:t>
            </a:r>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674B2E7-0883-48F9-A2AE-E62B73A2CD8A}" type="datetime1">
              <a:rPr lang="en-US" smtClean="0"/>
              <a:t>7/11/24</a:t>
            </a:fld>
            <a:endParaRPr lang="en-US"/>
          </a:p>
        </p:txBody>
      </p:sp>
      <p:sp>
        <p:nvSpPr>
          <p:cNvPr id="5" name="Footer Placeholder 4"/>
          <p:cNvSpPr>
            <a:spLocks noGrp="1"/>
          </p:cNvSpPr>
          <p:nvPr>
            <p:ph type="ftr" sz="quarter" idx="11"/>
          </p:nvPr>
        </p:nvSpPr>
        <p:spPr/>
        <p:txBody>
          <a:bodyPr/>
          <a:lstStyle/>
          <a:p>
            <a:r>
              <a:rPr lang="en-US"/>
              <a:t>Unit code Unit title </a:t>
            </a:r>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E6C75A4A-B286-41D1-8DC5-255BBBA32973}" type="datetime1">
              <a:rPr lang="en-US" smtClean="0"/>
              <a:t>7/11/24</a:t>
            </a:fld>
            <a:endParaRPr lang="en-US"/>
          </a:p>
        </p:txBody>
      </p:sp>
      <p:sp>
        <p:nvSpPr>
          <p:cNvPr id="6" name="Footer Placeholder 5"/>
          <p:cNvSpPr>
            <a:spLocks noGrp="1"/>
          </p:cNvSpPr>
          <p:nvPr>
            <p:ph type="ftr" sz="quarter" idx="11"/>
          </p:nvPr>
        </p:nvSpPr>
        <p:spPr/>
        <p:txBody>
          <a:bodyPr/>
          <a:lstStyle/>
          <a:p>
            <a:r>
              <a:rPr lang="en-US"/>
              <a:t>Unit code Unit title </a:t>
            </a:r>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A615A523-D0F7-40EF-A1C3-17B333BFBA64}" type="datetime1">
              <a:rPr lang="en-US" smtClean="0"/>
              <a:t>7/11/24</a:t>
            </a:fld>
            <a:endParaRPr lang="en-US"/>
          </a:p>
        </p:txBody>
      </p:sp>
      <p:sp>
        <p:nvSpPr>
          <p:cNvPr id="8" name="Footer Placeholder 7"/>
          <p:cNvSpPr>
            <a:spLocks noGrp="1"/>
          </p:cNvSpPr>
          <p:nvPr>
            <p:ph type="ftr" sz="quarter" idx="11"/>
          </p:nvPr>
        </p:nvSpPr>
        <p:spPr/>
        <p:txBody>
          <a:bodyPr/>
          <a:lstStyle/>
          <a:p>
            <a:r>
              <a:rPr lang="en-US"/>
              <a:t>Unit code Unit title </a:t>
            </a:r>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10EC1C6-123F-405D-B9C1-3B5F2BC493E7}" type="datetime1">
              <a:rPr lang="en-US" smtClean="0"/>
              <a:t>7/11/24</a:t>
            </a:fld>
            <a:endParaRPr lang="en-US"/>
          </a:p>
        </p:txBody>
      </p:sp>
      <p:sp>
        <p:nvSpPr>
          <p:cNvPr id="4" name="Footer Placeholder 3"/>
          <p:cNvSpPr>
            <a:spLocks noGrp="1"/>
          </p:cNvSpPr>
          <p:nvPr>
            <p:ph type="ftr" sz="quarter" idx="11"/>
          </p:nvPr>
        </p:nvSpPr>
        <p:spPr/>
        <p:txBody>
          <a:bodyPr/>
          <a:lstStyle/>
          <a:p>
            <a:r>
              <a:rPr lang="en-US"/>
              <a:t>Unit code Unit title </a:t>
            </a:r>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574B230-936C-4B14-9C23-DC5BFEFFC0E3}" type="datetime1">
              <a:rPr lang="en-US" smtClean="0"/>
              <a:t>7/11/24</a:t>
            </a:fld>
            <a:endParaRPr lang="en-US"/>
          </a:p>
        </p:txBody>
      </p:sp>
      <p:sp>
        <p:nvSpPr>
          <p:cNvPr id="3" name="Footer Placeholder 2"/>
          <p:cNvSpPr>
            <a:spLocks noGrp="1"/>
          </p:cNvSpPr>
          <p:nvPr>
            <p:ph type="ftr" sz="quarter" idx="11"/>
          </p:nvPr>
        </p:nvSpPr>
        <p:spPr/>
        <p:txBody>
          <a:bodyPr/>
          <a:lstStyle/>
          <a:p>
            <a:r>
              <a:rPr lang="en-US"/>
              <a:t>Unit code Unit title </a:t>
            </a:r>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DF75079D-DBB9-4D0D-96E8-FA0D521E7DD6}" type="datetime1">
              <a:rPr lang="en-US" smtClean="0"/>
              <a:t>7/11/24</a:t>
            </a:fld>
            <a:endParaRPr lang="en-US"/>
          </a:p>
        </p:txBody>
      </p:sp>
      <p:sp>
        <p:nvSpPr>
          <p:cNvPr id="6" name="Footer Placeholder 5"/>
          <p:cNvSpPr>
            <a:spLocks noGrp="1"/>
          </p:cNvSpPr>
          <p:nvPr>
            <p:ph type="ftr" sz="quarter" idx="11"/>
          </p:nvPr>
        </p:nvSpPr>
        <p:spPr/>
        <p:txBody>
          <a:bodyPr/>
          <a:lstStyle/>
          <a:p>
            <a:r>
              <a:rPr lang="en-US"/>
              <a:t>Unit code Unit title </a:t>
            </a:r>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6D784028-E257-4309-A47A-A16337C13BB6}" type="datetime1">
              <a:rPr lang="en-US" smtClean="0"/>
              <a:t>7/11/24</a:t>
            </a:fld>
            <a:endParaRPr lang="en-US"/>
          </a:p>
        </p:txBody>
      </p:sp>
      <p:sp>
        <p:nvSpPr>
          <p:cNvPr id="6" name="Footer Placeholder 5"/>
          <p:cNvSpPr>
            <a:spLocks noGrp="1"/>
          </p:cNvSpPr>
          <p:nvPr>
            <p:ph type="ftr" sz="quarter" idx="11"/>
          </p:nvPr>
        </p:nvSpPr>
        <p:spPr/>
        <p:txBody>
          <a:bodyPr/>
          <a:lstStyle/>
          <a:p>
            <a:r>
              <a:rPr lang="en-US"/>
              <a:t>Unit code Unit title </a:t>
            </a:r>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43648A6B-8545-4E52-A3BC-AD823A5E0488}" type="datetime1">
              <a:rPr lang="en-US" smtClean="0"/>
              <a:t>7/11/24</a:t>
            </a:fld>
            <a:endParaRPr lang="en-US"/>
          </a:p>
        </p:txBody>
      </p:sp>
      <p:sp>
        <p:nvSpPr>
          <p:cNvPr id="5" name="Footer Placeholder 4"/>
          <p:cNvSpPr>
            <a:spLocks noGrp="1"/>
          </p:cNvSpPr>
          <p:nvPr>
            <p:ph type="ftr" sz="quarter" idx="11"/>
          </p:nvPr>
        </p:nvSpPr>
        <p:spPr/>
        <p:txBody>
          <a:bodyPr/>
          <a:lstStyle/>
          <a:p>
            <a:r>
              <a:rPr lang="en-US"/>
              <a:t>Unit code Unit title </a:t>
            </a:r>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631B2BB-BE6D-4712-A22A-AC737EAAB597}" type="datetime1">
              <a:rPr lang="en-US" smtClean="0"/>
              <a:t>7/11/24</a:t>
            </a:fld>
            <a:endParaRPr lang="en-US"/>
          </a:p>
        </p:txBody>
      </p:sp>
      <p:sp>
        <p:nvSpPr>
          <p:cNvPr id="5" name="Footer Placeholder 4"/>
          <p:cNvSpPr>
            <a:spLocks noGrp="1"/>
          </p:cNvSpPr>
          <p:nvPr>
            <p:ph type="ftr" sz="quarter" idx="11"/>
          </p:nvPr>
        </p:nvSpPr>
        <p:spPr/>
        <p:txBody>
          <a:bodyPr/>
          <a:lstStyle/>
          <a:p>
            <a:r>
              <a:rPr lang="en-US"/>
              <a:t>Unit code Unit title </a:t>
            </a:r>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B36FB01-A7E7-41C8-A8AA-BDABEF389F1E}" type="datetime1">
              <a:rPr lang="en-US" smtClean="0"/>
              <a:t>7/11/24</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Unit code Unit title </a:t>
            </a:r>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hyperlink" Target="https://www.sonardyne.com/quality-statement/" TargetMode="External"/><Relationship Id="rId2" Type="http://schemas.openxmlformats.org/officeDocument/2006/relationships/notesSlide" Target="../notesSlides/notesSlide2.xml"/><Relationship Id="rId1" Type="http://schemas.openxmlformats.org/officeDocument/2006/relationships/slideLayout" Target="../slideLayouts/slideLayout7.xml"/><Relationship Id="rId5" Type="http://schemas.openxmlformats.org/officeDocument/2006/relationships/image" Target="../media/image4.svg"/><Relationship Id="rId4" Type="http://schemas.openxmlformats.org/officeDocument/2006/relationships/image" Target="../media/image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hyperlink" Target="https://the9000store.com/iso-9001-2015-requirements/what-is-iso-9001-quality-management-system/" TargetMode="External"/><Relationship Id="rId2" Type="http://schemas.openxmlformats.org/officeDocument/2006/relationships/notesSlide" Target="../notesSlides/notesSlide3.xml"/><Relationship Id="rId1" Type="http://schemas.openxmlformats.org/officeDocument/2006/relationships/slideLayout" Target="../slideLayouts/slideLayout7.xml"/><Relationship Id="rId5" Type="http://schemas.openxmlformats.org/officeDocument/2006/relationships/image" Target="../media/image4.svg"/><Relationship Id="rId4" Type="http://schemas.openxmlformats.org/officeDocument/2006/relationships/image" Target="../media/image3.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hyperlink" Target="http://www.chambers.com.au/glossary/quality_policy.php" TargetMode="External"/><Relationship Id="rId2" Type="http://schemas.openxmlformats.org/officeDocument/2006/relationships/notesSlide" Target="../notesSlides/notesSlide4.xml"/><Relationship Id="rId1" Type="http://schemas.openxmlformats.org/officeDocument/2006/relationships/slideLayout" Target="../slideLayouts/slideLayout7.xml"/><Relationship Id="rId5" Type="http://schemas.openxmlformats.org/officeDocument/2006/relationships/image" Target="../media/image4.svg"/><Relationship Id="rId4" Type="http://schemas.openxmlformats.org/officeDocument/2006/relationships/image" Target="../media/image3.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7.xml"/><Relationship Id="rId4" Type="http://schemas.openxmlformats.org/officeDocument/2006/relationships/image" Target="../media/image4.sv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7.xml"/><Relationship Id="rId4" Type="http://schemas.openxmlformats.org/officeDocument/2006/relationships/image" Target="../media/image4.svg"/></Relationships>
</file>

<file path=ppt/slides/_rels/slide20.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3" Type="http://schemas.openxmlformats.org/officeDocument/2006/relationships/hyperlink" Target="https://www.groweq.com.au/three-guidelines-for-writing-quality-policies/" TargetMode="External"/><Relationship Id="rId2" Type="http://schemas.openxmlformats.org/officeDocument/2006/relationships/notesSlide" Target="../notesSlides/notesSlide8.xml"/><Relationship Id="rId1" Type="http://schemas.openxmlformats.org/officeDocument/2006/relationships/slideLayout" Target="../slideLayouts/slideLayout7.xml"/><Relationship Id="rId6" Type="http://schemas.openxmlformats.org/officeDocument/2006/relationships/image" Target="../media/image4.svg"/><Relationship Id="rId5" Type="http://schemas.openxmlformats.org/officeDocument/2006/relationships/image" Target="../media/image3.png"/><Relationship Id="rId4" Type="http://schemas.openxmlformats.org/officeDocument/2006/relationships/hyperlink" Target="https://www.youtube.com/watch?v=fqtkQvgh3to" TargetMode="Externa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9.xml"/><Relationship Id="rId1" Type="http://schemas.openxmlformats.org/officeDocument/2006/relationships/slideLayout" Target="../slideLayouts/slideLayout7.xml"/><Relationship Id="rId4" Type="http://schemas.openxmlformats.org/officeDocument/2006/relationships/image" Target="../media/image4.sv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3" Type="http://schemas.openxmlformats.org/officeDocument/2006/relationships/hyperlink" Target="https://clearhrconsulting.com/blog/hr-smalltalk/how-to-communicate-policies-and-procedures/" TargetMode="External"/><Relationship Id="rId2" Type="http://schemas.openxmlformats.org/officeDocument/2006/relationships/notesSlide" Target="../notesSlides/notesSlide10.xml"/><Relationship Id="rId1" Type="http://schemas.openxmlformats.org/officeDocument/2006/relationships/slideLayout" Target="../slideLayouts/slideLayout7.xml"/><Relationship Id="rId6" Type="http://schemas.openxmlformats.org/officeDocument/2006/relationships/image" Target="../media/image4.svg"/><Relationship Id="rId5" Type="http://schemas.openxmlformats.org/officeDocument/2006/relationships/image" Target="../media/image3.png"/><Relationship Id="rId4" Type="http://schemas.openxmlformats.org/officeDocument/2006/relationships/hyperlink" Target="http://s3managementgroup.com/blog/communicating-your-policies-and-procedures/" TargetMode="Externa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1.xml"/><Relationship Id="rId1" Type="http://schemas.openxmlformats.org/officeDocument/2006/relationships/slideLayout" Target="../slideLayouts/slideLayout7.xml"/><Relationship Id="rId4" Type="http://schemas.openxmlformats.org/officeDocument/2006/relationships/image" Target="../media/image4.svg"/></Relationships>
</file>

<file path=ppt/slides/_rels/slide3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2.xml"/><Relationship Id="rId1" Type="http://schemas.openxmlformats.org/officeDocument/2006/relationships/slideLayout" Target="../slideLayouts/slideLayout7.xml"/><Relationship Id="rId4" Type="http://schemas.openxmlformats.org/officeDocument/2006/relationships/image" Target="../media/image4.svg"/></Relationships>
</file>

<file path=ppt/slides/_rels/slide34.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3" Type="http://schemas.openxmlformats.org/officeDocument/2006/relationships/hyperlink" Target="http://www.projectauditors.com/MMedia/Project_Auditing_Interview_with_%20Joy_Gumz.mp3" TargetMode="External"/><Relationship Id="rId2" Type="http://schemas.openxmlformats.org/officeDocument/2006/relationships/notesSlide" Target="../notesSlides/notesSlide14.xml"/><Relationship Id="rId1" Type="http://schemas.openxmlformats.org/officeDocument/2006/relationships/slideLayout" Target="../slideLayouts/slideLayout7.xml"/><Relationship Id="rId5" Type="http://schemas.openxmlformats.org/officeDocument/2006/relationships/image" Target="../media/image4.svg"/><Relationship Id="rId4" Type="http://schemas.openxmlformats.org/officeDocument/2006/relationships/image" Target="../media/image3.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5.xml"/><Relationship Id="rId1" Type="http://schemas.openxmlformats.org/officeDocument/2006/relationships/slideLayout" Target="../slideLayouts/slideLayout7.xml"/><Relationship Id="rId4" Type="http://schemas.openxmlformats.org/officeDocument/2006/relationships/image" Target="../media/image4.svg"/></Relationships>
</file>

<file path=ppt/slides/_rels/slide43.xml.rels><?xml version="1.0" encoding="UTF-8" standalone="yes"?>
<Relationships xmlns="http://schemas.openxmlformats.org/package/2006/relationships"><Relationship Id="rId3" Type="http://schemas.openxmlformats.org/officeDocument/2006/relationships/hyperlink" Target="https://www.isoglobal.com.au/how-to-write-a-procedure/" TargetMode="External"/><Relationship Id="rId2" Type="http://schemas.openxmlformats.org/officeDocument/2006/relationships/notesSlide" Target="../notesSlides/notesSlide16.xml"/><Relationship Id="rId1" Type="http://schemas.openxmlformats.org/officeDocument/2006/relationships/slideLayout" Target="../slideLayouts/slideLayout7.xml"/><Relationship Id="rId5" Type="http://schemas.openxmlformats.org/officeDocument/2006/relationships/image" Target="../media/image4.svg"/><Relationship Id="rId4" Type="http://schemas.openxmlformats.org/officeDocument/2006/relationships/image" Target="../media/image3.png"/></Relationships>
</file>

<file path=ppt/slides/_rels/slide44.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8.xml"/><Relationship Id="rId1" Type="http://schemas.openxmlformats.org/officeDocument/2006/relationships/slideLayout" Target="../slideLayouts/slideLayout7.xml"/><Relationship Id="rId4" Type="http://schemas.openxmlformats.org/officeDocument/2006/relationships/image" Target="../media/image4.svg"/></Relationships>
</file>

<file path=ppt/slides/_rels/slide47.xml.rels><?xml version="1.0" encoding="UTF-8" standalone="yes"?>
<Relationships xmlns="http://schemas.openxmlformats.org/package/2006/relationships"><Relationship Id="rId3" Type="http://schemas.openxmlformats.org/officeDocument/2006/relationships/hyperlink" Target="https://www.youtube.com/watch?v=7Y5aozoFS1g" TargetMode="External"/><Relationship Id="rId2" Type="http://schemas.openxmlformats.org/officeDocument/2006/relationships/notesSlide" Target="../notesSlides/notesSlide19.xml"/><Relationship Id="rId1" Type="http://schemas.openxmlformats.org/officeDocument/2006/relationships/slideLayout" Target="../slideLayouts/slideLayout7.xml"/><Relationship Id="rId5" Type="http://schemas.openxmlformats.org/officeDocument/2006/relationships/image" Target="../media/image4.svg"/><Relationship Id="rId4" Type="http://schemas.openxmlformats.org/officeDocument/2006/relationships/image" Target="../media/image3.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0.xml"/><Relationship Id="rId1" Type="http://schemas.openxmlformats.org/officeDocument/2006/relationships/slideLayout" Target="../slideLayouts/slideLayout7.xml"/><Relationship Id="rId4" Type="http://schemas.openxmlformats.org/officeDocument/2006/relationships/image" Target="../media/image4.svg"/></Relationships>
</file>

<file path=ppt/slides/_rels/slide5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1.xml"/><Relationship Id="rId1" Type="http://schemas.openxmlformats.org/officeDocument/2006/relationships/slideLayout" Target="../slideLayouts/slideLayout7.xml"/><Relationship Id="rId4" Type="http://schemas.openxmlformats.org/officeDocument/2006/relationships/image" Target="../media/image4.sv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0343B"/>
        </a:solidFill>
        <a:effectLst/>
      </p:bgPr>
    </p:bg>
    <p:spTree>
      <p:nvGrpSpPr>
        <p:cNvPr id="1" name=""/>
        <p:cNvGrpSpPr/>
        <p:nvPr/>
      </p:nvGrpSpPr>
      <p:grpSpPr>
        <a:xfrm>
          <a:off x="0" y="0"/>
          <a:ext cx="0" cy="0"/>
          <a:chOff x="0" y="0"/>
          <a:chExt cx="0" cy="0"/>
        </a:xfrm>
      </p:grpSpPr>
      <p:sp>
        <p:nvSpPr>
          <p:cNvPr id="2" name="AutoShape 2"/>
          <p:cNvSpPr/>
          <p:nvPr/>
        </p:nvSpPr>
        <p:spPr>
          <a:xfrm>
            <a:off x="0" y="8136093"/>
            <a:ext cx="18288000" cy="2150907"/>
          </a:xfrm>
          <a:prstGeom prst="rect">
            <a:avLst/>
          </a:prstGeom>
          <a:solidFill>
            <a:schemeClr val="bg1"/>
          </a:solidFill>
        </p:spPr>
        <p:txBody>
          <a:bodyPr/>
          <a:lstStyle/>
          <a:p>
            <a:endParaRPr lang="en-US"/>
          </a:p>
        </p:txBody>
      </p:sp>
      <p:sp>
        <p:nvSpPr>
          <p:cNvPr id="3" name="TextBox 3"/>
          <p:cNvSpPr txBox="1"/>
          <p:nvPr/>
        </p:nvSpPr>
        <p:spPr>
          <a:xfrm>
            <a:off x="1028700" y="2055092"/>
            <a:ext cx="7120939" cy="925382"/>
          </a:xfrm>
          <a:prstGeom prst="rect">
            <a:avLst/>
          </a:prstGeom>
        </p:spPr>
        <p:txBody>
          <a:bodyPr lIns="0" tIns="0" rIns="0" bIns="0" rtlCol="0" anchor="t">
            <a:spAutoFit/>
          </a:bodyPr>
          <a:lstStyle/>
          <a:p>
            <a:pPr>
              <a:lnSpc>
                <a:spcPts val="7800"/>
              </a:lnSpc>
            </a:pPr>
            <a:r>
              <a:rPr lang="en-US" sz="6000" b="1" spc="1000" dirty="0">
                <a:solidFill>
                  <a:schemeClr val="bg1"/>
                </a:solidFill>
                <a:latin typeface="Arial" panose="020B0604020202020204" pitchFamily="34" charset="0"/>
                <a:cs typeface="Arial" panose="020B0604020202020204" pitchFamily="34" charset="0"/>
              </a:rPr>
              <a:t>ICTSAD507</a:t>
            </a:r>
            <a:endParaRPr lang="en-US" sz="6000" b="1" spc="1000" dirty="0">
              <a:solidFill>
                <a:schemeClr val="bg1"/>
              </a:solidFill>
              <a:highlight>
                <a:srgbClr val="FFFF00"/>
              </a:highlight>
              <a:latin typeface="Arial" panose="020B0604020202020204" pitchFamily="34" charset="0"/>
              <a:cs typeface="Arial" panose="020B0604020202020204" pitchFamily="34" charset="0"/>
            </a:endParaRPr>
          </a:p>
        </p:txBody>
      </p:sp>
      <p:grpSp>
        <p:nvGrpSpPr>
          <p:cNvPr id="4" name="Group 4"/>
          <p:cNvGrpSpPr/>
          <p:nvPr/>
        </p:nvGrpSpPr>
        <p:grpSpPr>
          <a:xfrm>
            <a:off x="1028700" y="876300"/>
            <a:ext cx="17590875" cy="227806"/>
            <a:chOff x="0" y="-24217"/>
            <a:chExt cx="23454501" cy="303741"/>
          </a:xfrm>
          <a:solidFill>
            <a:schemeClr val="bg1"/>
          </a:solidFill>
        </p:grpSpPr>
        <p:sp>
          <p:nvSpPr>
            <p:cNvPr id="5" name="AutoShape 5"/>
            <p:cNvSpPr/>
            <p:nvPr/>
          </p:nvSpPr>
          <p:spPr>
            <a:xfrm>
              <a:off x="0" y="125899"/>
              <a:ext cx="23454501" cy="27726"/>
            </a:xfrm>
            <a:prstGeom prst="rect">
              <a:avLst/>
            </a:prstGeom>
            <a:grpFill/>
          </p:spPr>
          <p:txBody>
            <a:bodyPr/>
            <a:lstStyle/>
            <a:p>
              <a:endParaRPr lang="en-US"/>
            </a:p>
          </p:txBody>
        </p:sp>
        <p:sp>
          <p:nvSpPr>
            <p:cNvPr id="6" name="AutoShape 6"/>
            <p:cNvSpPr/>
            <p:nvPr/>
          </p:nvSpPr>
          <p:spPr>
            <a:xfrm>
              <a:off x="0" y="-24217"/>
              <a:ext cx="292033" cy="279523"/>
            </a:xfrm>
            <a:prstGeom prst="rect">
              <a:avLst/>
            </a:prstGeom>
            <a:grpFill/>
          </p:spPr>
          <p:txBody>
            <a:bodyPr/>
            <a:lstStyle/>
            <a:p>
              <a:endParaRPr lang="en-US"/>
            </a:p>
          </p:txBody>
        </p:sp>
        <p:sp>
          <p:nvSpPr>
            <p:cNvPr id="7" name="AutoShape 7"/>
            <p:cNvSpPr/>
            <p:nvPr/>
          </p:nvSpPr>
          <p:spPr>
            <a:xfrm>
              <a:off x="7770499" y="0"/>
              <a:ext cx="292033" cy="279524"/>
            </a:xfrm>
            <a:prstGeom prst="rect">
              <a:avLst/>
            </a:prstGeom>
            <a:grpFill/>
          </p:spPr>
          <p:txBody>
            <a:bodyPr/>
            <a:lstStyle/>
            <a:p>
              <a:endParaRPr lang="en-US"/>
            </a:p>
          </p:txBody>
        </p:sp>
        <p:sp>
          <p:nvSpPr>
            <p:cNvPr id="8" name="AutoShape 8"/>
            <p:cNvSpPr/>
            <p:nvPr/>
          </p:nvSpPr>
          <p:spPr>
            <a:xfrm>
              <a:off x="15540998" y="0"/>
              <a:ext cx="292033" cy="279524"/>
            </a:xfrm>
            <a:prstGeom prst="rect">
              <a:avLst/>
            </a:prstGeom>
            <a:grpFill/>
          </p:spPr>
          <p:txBody>
            <a:bodyPr/>
            <a:lstStyle/>
            <a:p>
              <a:endParaRPr lang="en-US"/>
            </a:p>
          </p:txBody>
        </p:sp>
      </p:grpSp>
      <p:sp>
        <p:nvSpPr>
          <p:cNvPr id="10" name="TextBox 10"/>
          <p:cNvSpPr txBox="1"/>
          <p:nvPr/>
        </p:nvSpPr>
        <p:spPr>
          <a:xfrm>
            <a:off x="2494756" y="3543300"/>
            <a:ext cx="9697244" cy="3271793"/>
          </a:xfrm>
          <a:prstGeom prst="rect">
            <a:avLst/>
          </a:prstGeom>
        </p:spPr>
        <p:txBody>
          <a:bodyPr wrap="square" lIns="0" tIns="0" rIns="0" bIns="0" rtlCol="0" anchor="t">
            <a:spAutoFit/>
          </a:bodyPr>
          <a:lstStyle/>
          <a:p>
            <a:pPr>
              <a:lnSpc>
                <a:spcPts val="6475"/>
              </a:lnSpc>
            </a:pPr>
            <a:r>
              <a:rPr lang="en-US" sz="5000" spc="747" dirty="0">
                <a:solidFill>
                  <a:schemeClr val="bg1"/>
                </a:solidFill>
                <a:latin typeface="Arial" panose="020B0604020202020204" pitchFamily="34" charset="0"/>
                <a:cs typeface="Arial" panose="020B0604020202020204" pitchFamily="34" charset="0"/>
              </a:rPr>
              <a:t>Design and implement quality assurance processes for business solutions </a:t>
            </a:r>
            <a:endParaRPr lang="en-US" sz="5000" spc="747" dirty="0">
              <a:solidFill>
                <a:schemeClr val="bg1"/>
              </a:solidFill>
              <a:highlight>
                <a:srgbClr val="FFFF00"/>
              </a:highlight>
              <a:latin typeface="Arial" panose="020B0604020202020204" pitchFamily="34" charset="0"/>
              <a:cs typeface="Arial" panose="020B0604020202020204" pitchFamily="34" charset="0"/>
            </a:endParaRPr>
          </a:p>
        </p:txBody>
      </p:sp>
      <p:pic>
        <p:nvPicPr>
          <p:cNvPr id="12" name="Picture 11" descr="A screenshot of a cell phone&#10;&#10;Description automatically generated">
            <a:extLst>
              <a:ext uri="{FF2B5EF4-FFF2-40B4-BE49-F238E27FC236}">
                <a16:creationId xmlns:a16="http://schemas.microsoft.com/office/drawing/2014/main" id="{7F4F7A97-A779-1E49-B915-21C7B9E053A3}"/>
              </a:ext>
            </a:extLst>
          </p:cNvPr>
          <p:cNvPicPr>
            <a:picLocks noChangeAspect="1"/>
          </p:cNvPicPr>
          <p:nvPr/>
        </p:nvPicPr>
        <p:blipFill rotWithShape="1">
          <a:blip r:embed="rId2" cstate="print">
            <a:extLst>
              <a:ext uri="{28A0092B-C50C-407E-A947-70E740481C1C}">
                <a14:useLocalDpi xmlns:a14="http://schemas.microsoft.com/office/drawing/2010/main"/>
              </a:ext>
            </a:extLst>
          </a:blip>
          <a:srcRect/>
          <a:stretch/>
        </p:blipFill>
        <p:spPr>
          <a:xfrm>
            <a:off x="11887200" y="1638300"/>
            <a:ext cx="5404100" cy="5747251"/>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AutoShape 2"/>
          <p:cNvSpPr/>
          <p:nvPr/>
        </p:nvSpPr>
        <p:spPr>
          <a:xfrm>
            <a:off x="0" y="1290497"/>
            <a:ext cx="18288000" cy="8196478"/>
          </a:xfrm>
          <a:prstGeom prst="rect">
            <a:avLst/>
          </a:prstGeom>
          <a:solidFill>
            <a:srgbClr val="00667A"/>
          </a:solidFill>
        </p:spPr>
        <p:txBody>
          <a:bodyPr/>
          <a:lstStyle/>
          <a:p>
            <a:endParaRPr lang="en-US"/>
          </a:p>
        </p:txBody>
      </p:sp>
      <p:sp>
        <p:nvSpPr>
          <p:cNvPr id="3" name="TextBox 3"/>
          <p:cNvSpPr txBox="1"/>
          <p:nvPr/>
        </p:nvSpPr>
        <p:spPr>
          <a:xfrm>
            <a:off x="1044000" y="1866900"/>
            <a:ext cx="16655652" cy="835998"/>
          </a:xfrm>
          <a:prstGeom prst="rect">
            <a:avLst/>
          </a:prstGeom>
        </p:spPr>
        <p:txBody>
          <a:bodyPr wrap="square" lIns="0" tIns="0" rIns="0" bIns="0" rtlCol="0" anchor="t">
            <a:spAutoFit/>
          </a:bodyPr>
          <a:lstStyle/>
          <a:p>
            <a:pPr>
              <a:lnSpc>
                <a:spcPct val="114000"/>
              </a:lnSpc>
              <a:spcBef>
                <a:spcPts val="600"/>
              </a:spcBef>
              <a:spcAft>
                <a:spcPts val="600"/>
              </a:spcAft>
            </a:pPr>
            <a:r>
              <a:rPr lang="en-US" sz="5200" b="1" spc="192" dirty="0">
                <a:solidFill>
                  <a:schemeClr val="bg1"/>
                </a:solidFill>
                <a:latin typeface="Arial" panose="020B0604020202020204" pitchFamily="34" charset="0"/>
                <a:cs typeface="Arial" panose="020B0604020202020204" pitchFamily="34" charset="0"/>
              </a:rPr>
              <a:t>Topic 1: Planning</a:t>
            </a:r>
          </a:p>
        </p:txBody>
      </p:sp>
      <p:grpSp>
        <p:nvGrpSpPr>
          <p:cNvPr id="17" name="Group 16">
            <a:extLst>
              <a:ext uri="{FF2B5EF4-FFF2-40B4-BE49-F238E27FC236}">
                <a16:creationId xmlns:a16="http://schemas.microsoft.com/office/drawing/2014/main" id="{9BC53F16-C04B-4406-BBF9-D518BC5BACFE}"/>
              </a:ext>
            </a:extLst>
          </p:cNvPr>
          <p:cNvGrpSpPr/>
          <p:nvPr/>
        </p:nvGrpSpPr>
        <p:grpSpPr>
          <a:xfrm>
            <a:off x="1028700" y="495300"/>
            <a:ext cx="17259300" cy="218203"/>
            <a:chOff x="1028700" y="723900"/>
            <a:chExt cx="17259300" cy="218203"/>
          </a:xfrm>
          <a:solidFill>
            <a:srgbClr val="00667A"/>
          </a:solidFill>
        </p:grpSpPr>
        <p:sp>
          <p:nvSpPr>
            <p:cNvPr id="6" name="AutoShape 6"/>
            <p:cNvSpPr/>
            <p:nvPr/>
          </p:nvSpPr>
          <p:spPr>
            <a:xfrm>
              <a:off x="1044000" y="826884"/>
              <a:ext cx="17244000" cy="20795"/>
            </a:xfrm>
            <a:prstGeom prst="rect">
              <a:avLst/>
            </a:prstGeom>
            <a:grpFill/>
          </p:spPr>
          <p:txBody>
            <a:bodyPr/>
            <a:lstStyle/>
            <a:p>
              <a:endParaRPr lang="en-US"/>
            </a:p>
          </p:txBody>
        </p:sp>
        <p:sp>
          <p:nvSpPr>
            <p:cNvPr id="7" name="AutoShape 7"/>
            <p:cNvSpPr/>
            <p:nvPr/>
          </p:nvSpPr>
          <p:spPr>
            <a:xfrm>
              <a:off x="1028700" y="723900"/>
              <a:ext cx="219025" cy="209643"/>
            </a:xfrm>
            <a:prstGeom prst="rect">
              <a:avLst/>
            </a:prstGeom>
            <a:grpFill/>
          </p:spPr>
          <p:txBody>
            <a:bodyPr/>
            <a:lstStyle/>
            <a:p>
              <a:endParaRPr lang="en-US"/>
            </a:p>
          </p:txBody>
        </p:sp>
        <p:sp>
          <p:nvSpPr>
            <p:cNvPr id="8" name="AutoShape 8"/>
            <p:cNvSpPr/>
            <p:nvPr/>
          </p:nvSpPr>
          <p:spPr>
            <a:xfrm>
              <a:off x="6856574" y="732460"/>
              <a:ext cx="219025" cy="209643"/>
            </a:xfrm>
            <a:prstGeom prst="rect">
              <a:avLst/>
            </a:prstGeom>
            <a:grpFill/>
          </p:spPr>
          <p:txBody>
            <a:bodyPr/>
            <a:lstStyle/>
            <a:p>
              <a:endParaRPr lang="en-US"/>
            </a:p>
          </p:txBody>
        </p:sp>
        <p:sp>
          <p:nvSpPr>
            <p:cNvPr id="9" name="AutoShape 9"/>
            <p:cNvSpPr/>
            <p:nvPr/>
          </p:nvSpPr>
          <p:spPr>
            <a:xfrm>
              <a:off x="12684448" y="732460"/>
              <a:ext cx="219025" cy="209643"/>
            </a:xfrm>
            <a:prstGeom prst="rect">
              <a:avLst/>
            </a:prstGeom>
            <a:grpFill/>
          </p:spPr>
          <p:txBody>
            <a:bodyPr/>
            <a:lstStyle/>
            <a:p>
              <a:endParaRPr lang="en-US"/>
            </a:p>
          </p:txBody>
        </p:sp>
      </p:grpSp>
      <p:sp>
        <p:nvSpPr>
          <p:cNvPr id="19" name="Footer Placeholder 9">
            <a:extLst>
              <a:ext uri="{FF2B5EF4-FFF2-40B4-BE49-F238E27FC236}">
                <a16:creationId xmlns:a16="http://schemas.microsoft.com/office/drawing/2014/main" id="{AF863EBA-C596-487E-8F62-FCA80C193D54}"/>
              </a:ext>
            </a:extLst>
          </p:cNvPr>
          <p:cNvSpPr txBox="1">
            <a:spLocks/>
          </p:cNvSpPr>
          <p:nvPr/>
        </p:nvSpPr>
        <p:spPr>
          <a:xfrm>
            <a:off x="15163800" y="9715499"/>
            <a:ext cx="2895600"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endParaRPr lang="en-US" dirty="0">
              <a:solidFill>
                <a:srgbClr val="00667A"/>
              </a:solidFill>
              <a:latin typeface="Arial" panose="020B0604020202020204" pitchFamily="34" charset="0"/>
              <a:cs typeface="Arial" panose="020B0604020202020204" pitchFamily="34" charset="0"/>
            </a:endParaRPr>
          </a:p>
        </p:txBody>
      </p:sp>
      <p:sp>
        <p:nvSpPr>
          <p:cNvPr id="13" name="Slide Number Placeholder 10">
            <a:extLst>
              <a:ext uri="{FF2B5EF4-FFF2-40B4-BE49-F238E27FC236}">
                <a16:creationId xmlns:a16="http://schemas.microsoft.com/office/drawing/2014/main" id="{4538CC83-08C9-4A4A-AF50-3DDFA9C924C2}"/>
              </a:ext>
            </a:extLst>
          </p:cNvPr>
          <p:cNvSpPr txBox="1">
            <a:spLocks/>
          </p:cNvSpPr>
          <p:nvPr/>
        </p:nvSpPr>
        <p:spPr>
          <a:xfrm>
            <a:off x="17526000" y="164563"/>
            <a:ext cx="478452" cy="347857"/>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6F15528-21DE-4FAA-801E-634DDDAF4B2B}" type="slidenum">
              <a:rPr lang="en-US" b="1" smtClean="0">
                <a:solidFill>
                  <a:srgbClr val="31859C"/>
                </a:solidFill>
                <a:latin typeface="Arial" panose="020B0604020202020204" pitchFamily="34" charset="0"/>
                <a:cs typeface="Arial" panose="020B0604020202020204" pitchFamily="34" charset="0"/>
              </a:rPr>
              <a:pPr/>
              <a:t>2</a:t>
            </a:fld>
            <a:endParaRPr lang="en-US" b="1" dirty="0">
              <a:solidFill>
                <a:srgbClr val="31859C"/>
              </a:solidFill>
              <a:latin typeface="Arial" panose="020B0604020202020204" pitchFamily="34" charset="0"/>
              <a:cs typeface="Arial" panose="020B0604020202020204" pitchFamily="34" charset="0"/>
            </a:endParaRPr>
          </a:p>
        </p:txBody>
      </p:sp>
      <p:sp>
        <p:nvSpPr>
          <p:cNvPr id="14" name="Footer Placeholder 9">
            <a:extLst>
              <a:ext uri="{FF2B5EF4-FFF2-40B4-BE49-F238E27FC236}">
                <a16:creationId xmlns:a16="http://schemas.microsoft.com/office/drawing/2014/main" id="{07043586-2022-0942-B7A7-70145F426F81}"/>
              </a:ext>
            </a:extLst>
          </p:cNvPr>
          <p:cNvSpPr>
            <a:spLocks noGrp="1"/>
          </p:cNvSpPr>
          <p:nvPr>
            <p:ph type="ftr" sz="quarter" idx="11"/>
          </p:nvPr>
        </p:nvSpPr>
        <p:spPr>
          <a:xfrm>
            <a:off x="533400" y="9715499"/>
            <a:ext cx="6019800" cy="442894"/>
          </a:xfrm>
        </p:spPr>
        <p:txBody>
          <a:bodyPr/>
          <a:lstStyle/>
          <a:p>
            <a:pPr algn="l"/>
            <a:r>
              <a:rPr lang="en-US" b="1" dirty="0">
                <a:solidFill>
                  <a:srgbClr val="00667A"/>
                </a:solidFill>
                <a:latin typeface="Arial" panose="020B0604020202020204" pitchFamily="34" charset="0"/>
                <a:cs typeface="Arial" panose="020B0604020202020204" pitchFamily="34" charset="0"/>
              </a:rPr>
              <a:t>ICTSAD507 </a:t>
            </a:r>
            <a:r>
              <a:rPr lang="en-US" dirty="0">
                <a:solidFill>
                  <a:srgbClr val="00667A"/>
                </a:solidFill>
                <a:latin typeface="Arial" panose="020B0604020202020204" pitchFamily="34" charset="0"/>
                <a:cs typeface="Arial" panose="020B0604020202020204" pitchFamily="34" charset="0"/>
              </a:rPr>
              <a:t>Design and implement quality assurance processes for business solutions </a:t>
            </a:r>
          </a:p>
        </p:txBody>
      </p:sp>
      <p:pic>
        <p:nvPicPr>
          <p:cNvPr id="15" name="Picture 14" descr="A group of people sitting around a table with laptops&#10;&#10;Description automatically generated with medium confidence">
            <a:extLst>
              <a:ext uri="{FF2B5EF4-FFF2-40B4-BE49-F238E27FC236}">
                <a16:creationId xmlns:a16="http://schemas.microsoft.com/office/drawing/2014/main" id="{9E510DB0-6EF9-5644-87DF-5FC9EC02C332}"/>
              </a:ext>
            </a:extLst>
          </p:cNvPr>
          <p:cNvPicPr/>
          <p:nvPr/>
        </p:nvPicPr>
        <p:blipFill>
          <a:blip r:embed="rId3" cstate="print">
            <a:extLst>
              <a:ext uri="{28A0092B-C50C-407E-A947-70E740481C1C}">
                <a14:useLocalDpi xmlns:a14="http://schemas.microsoft.com/office/drawing/2010/main"/>
              </a:ext>
            </a:extLst>
          </a:blip>
          <a:stretch>
            <a:fillRect/>
          </a:stretch>
        </p:blipFill>
        <p:spPr>
          <a:xfrm>
            <a:off x="5552599" y="3619500"/>
            <a:ext cx="7182802" cy="4792002"/>
          </a:xfrm>
          <a:prstGeom prst="rect">
            <a:avLst/>
          </a:prstGeom>
          <a:ln w="38100">
            <a:solidFill>
              <a:schemeClr val="bg1"/>
            </a:solidFill>
          </a:ln>
        </p:spPr>
      </p:pic>
    </p:spTree>
    <p:extLst>
      <p:ext uri="{BB962C8B-B14F-4D97-AF65-F5344CB8AC3E}">
        <p14:creationId xmlns:p14="http://schemas.microsoft.com/office/powerpoint/2010/main" val="2129508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 name="TextBox 3"/>
          <p:cNvSpPr txBox="1"/>
          <p:nvPr/>
        </p:nvSpPr>
        <p:spPr>
          <a:xfrm>
            <a:off x="5603551" y="8746411"/>
            <a:ext cx="11716295" cy="717197"/>
          </a:xfrm>
          <a:prstGeom prst="rect">
            <a:avLst/>
          </a:prstGeom>
        </p:spPr>
        <p:txBody>
          <a:bodyPr lIns="0" tIns="0" rIns="0" bIns="0" rtlCol="0" anchor="t">
            <a:spAutoFit/>
          </a:bodyPr>
          <a:lstStyle/>
          <a:p>
            <a:pPr algn="r">
              <a:lnSpc>
                <a:spcPts val="5759"/>
              </a:lnSpc>
            </a:pPr>
            <a:r>
              <a:rPr lang="en-US" sz="4800" spc="192" dirty="0">
                <a:solidFill>
                  <a:srgbClr val="F4F8F3"/>
                </a:solidFill>
                <a:latin typeface="Montserrat Light"/>
              </a:rPr>
              <a:t>Topic 1: Insert topic title </a:t>
            </a:r>
          </a:p>
        </p:txBody>
      </p:sp>
      <p:grpSp>
        <p:nvGrpSpPr>
          <p:cNvPr id="5" name="Group 5"/>
          <p:cNvGrpSpPr/>
          <p:nvPr/>
        </p:nvGrpSpPr>
        <p:grpSpPr>
          <a:xfrm>
            <a:off x="1028700" y="446788"/>
            <a:ext cx="17244000" cy="220040"/>
            <a:chOff x="0" y="0"/>
            <a:chExt cx="23454501" cy="293386"/>
          </a:xfrm>
          <a:solidFill>
            <a:srgbClr val="00667A"/>
          </a:solidFill>
        </p:grpSpPr>
        <p:sp>
          <p:nvSpPr>
            <p:cNvPr id="6" name="AutoShape 6"/>
            <p:cNvSpPr/>
            <p:nvPr/>
          </p:nvSpPr>
          <p:spPr>
            <a:xfrm>
              <a:off x="0" y="125899"/>
              <a:ext cx="23454501" cy="27726"/>
            </a:xfrm>
            <a:prstGeom prst="rect">
              <a:avLst/>
            </a:prstGeom>
            <a:grpFill/>
          </p:spPr>
          <p:txBody>
            <a:bodyPr/>
            <a:lstStyle/>
            <a:p>
              <a:endParaRPr lang="en-US"/>
            </a:p>
          </p:txBody>
        </p:sp>
        <p:sp>
          <p:nvSpPr>
            <p:cNvPr id="7" name="AutoShape 7"/>
            <p:cNvSpPr/>
            <p:nvPr/>
          </p:nvSpPr>
          <p:spPr>
            <a:xfrm>
              <a:off x="0" y="13863"/>
              <a:ext cx="292033" cy="279524"/>
            </a:xfrm>
            <a:prstGeom prst="rect">
              <a:avLst/>
            </a:prstGeom>
            <a:grpFill/>
          </p:spPr>
          <p:txBody>
            <a:bodyPr/>
            <a:lstStyle/>
            <a:p>
              <a:endParaRPr lang="en-US"/>
            </a:p>
          </p:txBody>
        </p:sp>
        <p:sp>
          <p:nvSpPr>
            <p:cNvPr id="8" name="AutoShape 8"/>
            <p:cNvSpPr/>
            <p:nvPr/>
          </p:nvSpPr>
          <p:spPr>
            <a:xfrm>
              <a:off x="7770499" y="0"/>
              <a:ext cx="292033" cy="279524"/>
            </a:xfrm>
            <a:prstGeom prst="rect">
              <a:avLst/>
            </a:prstGeom>
            <a:grpFill/>
          </p:spPr>
          <p:txBody>
            <a:bodyPr/>
            <a:lstStyle/>
            <a:p>
              <a:endParaRPr lang="en-US"/>
            </a:p>
          </p:txBody>
        </p:sp>
        <p:sp>
          <p:nvSpPr>
            <p:cNvPr id="9" name="AutoShape 9"/>
            <p:cNvSpPr/>
            <p:nvPr/>
          </p:nvSpPr>
          <p:spPr>
            <a:xfrm>
              <a:off x="15540998" y="0"/>
              <a:ext cx="292033" cy="279524"/>
            </a:xfrm>
            <a:prstGeom prst="rect">
              <a:avLst/>
            </a:prstGeom>
            <a:grpFill/>
          </p:spPr>
          <p:txBody>
            <a:bodyPr/>
            <a:lstStyle/>
            <a:p>
              <a:endParaRPr lang="en-US"/>
            </a:p>
          </p:txBody>
        </p:sp>
      </p:grpSp>
      <p:sp>
        <p:nvSpPr>
          <p:cNvPr id="12" name="AutoShape 2">
            <a:extLst>
              <a:ext uri="{FF2B5EF4-FFF2-40B4-BE49-F238E27FC236}">
                <a16:creationId xmlns:a16="http://schemas.microsoft.com/office/drawing/2014/main" id="{54B605DE-63C5-4B19-89D4-FD69EFF21B44}"/>
              </a:ext>
            </a:extLst>
          </p:cNvPr>
          <p:cNvSpPr/>
          <p:nvPr/>
        </p:nvSpPr>
        <p:spPr>
          <a:xfrm>
            <a:off x="0" y="7886700"/>
            <a:ext cx="18288000" cy="1621070"/>
          </a:xfrm>
          <a:prstGeom prst="rect">
            <a:avLst/>
          </a:prstGeom>
          <a:solidFill>
            <a:srgbClr val="00667A"/>
          </a:solidFill>
        </p:spPr>
        <p:txBody>
          <a:bodyPr/>
          <a:lstStyle/>
          <a:p>
            <a:endParaRPr lang="en-AU"/>
          </a:p>
        </p:txBody>
      </p:sp>
      <p:sp>
        <p:nvSpPr>
          <p:cNvPr id="13" name="TextBox 3">
            <a:extLst>
              <a:ext uri="{FF2B5EF4-FFF2-40B4-BE49-F238E27FC236}">
                <a16:creationId xmlns:a16="http://schemas.microsoft.com/office/drawing/2014/main" id="{A31A0CE9-BF08-435F-8682-EFAE4D36D398}"/>
              </a:ext>
            </a:extLst>
          </p:cNvPr>
          <p:cNvSpPr txBox="1"/>
          <p:nvPr/>
        </p:nvSpPr>
        <p:spPr>
          <a:xfrm>
            <a:off x="990600" y="8325338"/>
            <a:ext cx="16745495" cy="697948"/>
          </a:xfrm>
          <a:prstGeom prst="rect">
            <a:avLst/>
          </a:prstGeom>
        </p:spPr>
        <p:txBody>
          <a:bodyPr wrap="square" lIns="0" tIns="0" rIns="0" bIns="0" rtlCol="0" anchor="t">
            <a:spAutoFit/>
          </a:bodyPr>
          <a:lstStyle/>
          <a:p>
            <a:pPr algn="r">
              <a:lnSpc>
                <a:spcPts val="5759"/>
              </a:lnSpc>
            </a:pPr>
            <a:r>
              <a:rPr lang="en-US" sz="4600" spc="192" dirty="0">
                <a:solidFill>
                  <a:schemeClr val="bg1"/>
                </a:solidFill>
                <a:latin typeface="Arial" panose="020B0604020202020204" pitchFamily="34" charset="0"/>
                <a:cs typeface="Arial" panose="020B0604020202020204" pitchFamily="34" charset="0"/>
              </a:rPr>
              <a:t>Topic 1: Planning</a:t>
            </a:r>
          </a:p>
        </p:txBody>
      </p:sp>
      <p:sp>
        <p:nvSpPr>
          <p:cNvPr id="17" name="TextBox 4">
            <a:extLst>
              <a:ext uri="{FF2B5EF4-FFF2-40B4-BE49-F238E27FC236}">
                <a16:creationId xmlns:a16="http://schemas.microsoft.com/office/drawing/2014/main" id="{EAC90A64-36BA-4EF5-BA95-DA478EAEA9E6}"/>
              </a:ext>
            </a:extLst>
          </p:cNvPr>
          <p:cNvSpPr txBox="1"/>
          <p:nvPr/>
        </p:nvSpPr>
        <p:spPr>
          <a:xfrm>
            <a:off x="1028700" y="1676834"/>
            <a:ext cx="12687300" cy="2215030"/>
          </a:xfrm>
          <a:prstGeom prst="rect">
            <a:avLst/>
          </a:prstGeom>
        </p:spPr>
        <p:txBody>
          <a:bodyPr wrap="square" lIns="0" tIns="0" rIns="0" bIns="0" rtlCol="0" anchor="t">
            <a:spAutoFit/>
          </a:bodyPr>
          <a:lstStyle/>
          <a:p>
            <a:pPr marL="457200" indent="-457200">
              <a:lnSpc>
                <a:spcPct val="114000"/>
              </a:lnSpc>
              <a:spcBef>
                <a:spcPts val="600"/>
              </a:spcBef>
              <a:spcAft>
                <a:spcPts val="600"/>
              </a:spcAft>
              <a:buFont typeface="Arial" panose="020B0604020202020204" pitchFamily="34" charset="0"/>
              <a:buChar char="•"/>
            </a:pPr>
            <a:r>
              <a:rPr lang="en-US" sz="3000" spc="25" dirty="0">
                <a:solidFill>
                  <a:srgbClr val="00667A"/>
                </a:solidFill>
                <a:latin typeface="Arial" panose="020B0604020202020204" pitchFamily="34" charset="0"/>
                <a:cs typeface="Arial" panose="020B0604020202020204" pitchFamily="34" charset="0"/>
              </a:rPr>
              <a:t>Quality assurance is a systematic process that is used to assess whether a product or service meets specific quality standards. </a:t>
            </a:r>
          </a:p>
          <a:p>
            <a:pPr marL="457200" indent="-457200">
              <a:lnSpc>
                <a:spcPct val="114000"/>
              </a:lnSpc>
              <a:spcBef>
                <a:spcPts val="600"/>
              </a:spcBef>
              <a:spcAft>
                <a:spcPts val="600"/>
              </a:spcAft>
              <a:buFont typeface="Arial" panose="020B0604020202020204" pitchFamily="34" charset="0"/>
              <a:buChar char="•"/>
            </a:pPr>
            <a:r>
              <a:rPr lang="en-US" sz="3000" spc="25" dirty="0">
                <a:solidFill>
                  <a:srgbClr val="00667A"/>
                </a:solidFill>
                <a:latin typeface="Arial" panose="020B0604020202020204" pitchFamily="34" charset="0"/>
                <a:cs typeface="Arial" panose="020B0604020202020204" pitchFamily="34" charset="0"/>
              </a:rPr>
              <a:t>Quality assurance can apply to any business solution, including business solutions for ICT systems. </a:t>
            </a:r>
            <a:endParaRPr lang="en-US" sz="2500" spc="25" dirty="0">
              <a:solidFill>
                <a:srgbClr val="00667A"/>
              </a:solidFill>
              <a:latin typeface="Arial" panose="020B0604020202020204" pitchFamily="34" charset="0"/>
              <a:cs typeface="Arial" panose="020B0604020202020204" pitchFamily="34" charset="0"/>
            </a:endParaRPr>
          </a:p>
        </p:txBody>
      </p:sp>
      <p:sp>
        <p:nvSpPr>
          <p:cNvPr id="14" name="Slide Number Placeholder 10">
            <a:extLst>
              <a:ext uri="{FF2B5EF4-FFF2-40B4-BE49-F238E27FC236}">
                <a16:creationId xmlns:a16="http://schemas.microsoft.com/office/drawing/2014/main" id="{5BC0C534-ADAF-D84D-81C8-2A1D2405EFB8}"/>
              </a:ext>
            </a:extLst>
          </p:cNvPr>
          <p:cNvSpPr txBox="1">
            <a:spLocks/>
          </p:cNvSpPr>
          <p:nvPr/>
        </p:nvSpPr>
        <p:spPr>
          <a:xfrm>
            <a:off x="17526000" y="164563"/>
            <a:ext cx="478452" cy="347857"/>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6F15528-21DE-4FAA-801E-634DDDAF4B2B}" type="slidenum">
              <a:rPr lang="en-US" b="1" smtClean="0">
                <a:solidFill>
                  <a:srgbClr val="31859C"/>
                </a:solidFill>
                <a:latin typeface="Arial" panose="020B0604020202020204" pitchFamily="34" charset="0"/>
                <a:cs typeface="Arial" panose="020B0604020202020204" pitchFamily="34" charset="0"/>
              </a:rPr>
              <a:pPr/>
              <a:t>3</a:t>
            </a:fld>
            <a:endParaRPr lang="en-US" b="1" dirty="0">
              <a:solidFill>
                <a:srgbClr val="31859C"/>
              </a:solidFill>
              <a:latin typeface="Arial" panose="020B0604020202020204" pitchFamily="34" charset="0"/>
              <a:cs typeface="Arial" panose="020B0604020202020204" pitchFamily="34" charset="0"/>
            </a:endParaRPr>
          </a:p>
        </p:txBody>
      </p:sp>
      <p:sp>
        <p:nvSpPr>
          <p:cNvPr id="16" name="Footer Placeholder 9">
            <a:extLst>
              <a:ext uri="{FF2B5EF4-FFF2-40B4-BE49-F238E27FC236}">
                <a16:creationId xmlns:a16="http://schemas.microsoft.com/office/drawing/2014/main" id="{91238751-4B41-A64D-9256-38165806A582}"/>
              </a:ext>
            </a:extLst>
          </p:cNvPr>
          <p:cNvSpPr txBox="1">
            <a:spLocks/>
          </p:cNvSpPr>
          <p:nvPr/>
        </p:nvSpPr>
        <p:spPr>
          <a:xfrm>
            <a:off x="15163800" y="9715499"/>
            <a:ext cx="2895600"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endParaRPr lang="en-US" dirty="0">
              <a:solidFill>
                <a:srgbClr val="00667A"/>
              </a:solidFill>
              <a:latin typeface="Arial" panose="020B0604020202020204" pitchFamily="34" charset="0"/>
              <a:cs typeface="Arial" panose="020B0604020202020204" pitchFamily="34" charset="0"/>
            </a:endParaRPr>
          </a:p>
        </p:txBody>
      </p:sp>
      <p:sp>
        <p:nvSpPr>
          <p:cNvPr id="15" name="Footer Placeholder 9">
            <a:extLst>
              <a:ext uri="{FF2B5EF4-FFF2-40B4-BE49-F238E27FC236}">
                <a16:creationId xmlns:a16="http://schemas.microsoft.com/office/drawing/2014/main" id="{976232BB-FC90-084A-A77F-98BBE7BA4C6D}"/>
              </a:ext>
            </a:extLst>
          </p:cNvPr>
          <p:cNvSpPr>
            <a:spLocks noGrp="1"/>
          </p:cNvSpPr>
          <p:nvPr>
            <p:ph type="ftr" sz="quarter" idx="11"/>
          </p:nvPr>
        </p:nvSpPr>
        <p:spPr>
          <a:xfrm>
            <a:off x="533400" y="9715499"/>
            <a:ext cx="6019800" cy="442894"/>
          </a:xfrm>
        </p:spPr>
        <p:txBody>
          <a:bodyPr/>
          <a:lstStyle/>
          <a:p>
            <a:pPr algn="l"/>
            <a:r>
              <a:rPr lang="en-US" b="1" dirty="0">
                <a:solidFill>
                  <a:srgbClr val="00667A"/>
                </a:solidFill>
                <a:latin typeface="Arial" panose="020B0604020202020204" pitchFamily="34" charset="0"/>
                <a:cs typeface="Arial" panose="020B0604020202020204" pitchFamily="34" charset="0"/>
              </a:rPr>
              <a:t>ICTSAD507 </a:t>
            </a:r>
            <a:r>
              <a:rPr lang="en-US" dirty="0">
                <a:solidFill>
                  <a:srgbClr val="00667A"/>
                </a:solidFill>
                <a:latin typeface="Arial" panose="020B0604020202020204" pitchFamily="34" charset="0"/>
                <a:cs typeface="Arial" panose="020B0604020202020204" pitchFamily="34" charset="0"/>
              </a:rPr>
              <a:t>Design and implement quality assurance processes for business solutions </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 name="TextBox 3"/>
          <p:cNvSpPr txBox="1"/>
          <p:nvPr/>
        </p:nvSpPr>
        <p:spPr>
          <a:xfrm>
            <a:off x="5603551" y="8746411"/>
            <a:ext cx="11716295" cy="717197"/>
          </a:xfrm>
          <a:prstGeom prst="rect">
            <a:avLst/>
          </a:prstGeom>
        </p:spPr>
        <p:txBody>
          <a:bodyPr lIns="0" tIns="0" rIns="0" bIns="0" rtlCol="0" anchor="t">
            <a:spAutoFit/>
          </a:bodyPr>
          <a:lstStyle/>
          <a:p>
            <a:pPr algn="r">
              <a:lnSpc>
                <a:spcPts val="5759"/>
              </a:lnSpc>
            </a:pPr>
            <a:r>
              <a:rPr lang="en-US" sz="4800" spc="192" dirty="0">
                <a:solidFill>
                  <a:srgbClr val="F4F8F3"/>
                </a:solidFill>
                <a:latin typeface="Montserrat Light"/>
              </a:rPr>
              <a:t>Topic 1: Insert topic title </a:t>
            </a:r>
          </a:p>
        </p:txBody>
      </p:sp>
      <p:grpSp>
        <p:nvGrpSpPr>
          <p:cNvPr id="5" name="Group 5"/>
          <p:cNvGrpSpPr/>
          <p:nvPr/>
        </p:nvGrpSpPr>
        <p:grpSpPr>
          <a:xfrm>
            <a:off x="1028700" y="446788"/>
            <a:ext cx="17244000" cy="220040"/>
            <a:chOff x="0" y="0"/>
            <a:chExt cx="23454501" cy="293386"/>
          </a:xfrm>
          <a:solidFill>
            <a:srgbClr val="00667A"/>
          </a:solidFill>
        </p:grpSpPr>
        <p:sp>
          <p:nvSpPr>
            <p:cNvPr id="6" name="AutoShape 6"/>
            <p:cNvSpPr/>
            <p:nvPr/>
          </p:nvSpPr>
          <p:spPr>
            <a:xfrm>
              <a:off x="0" y="125899"/>
              <a:ext cx="23454501" cy="27726"/>
            </a:xfrm>
            <a:prstGeom prst="rect">
              <a:avLst/>
            </a:prstGeom>
            <a:grpFill/>
          </p:spPr>
          <p:txBody>
            <a:bodyPr/>
            <a:lstStyle/>
            <a:p>
              <a:endParaRPr lang="en-US"/>
            </a:p>
          </p:txBody>
        </p:sp>
        <p:sp>
          <p:nvSpPr>
            <p:cNvPr id="7" name="AutoShape 7"/>
            <p:cNvSpPr/>
            <p:nvPr/>
          </p:nvSpPr>
          <p:spPr>
            <a:xfrm>
              <a:off x="0" y="13863"/>
              <a:ext cx="292033" cy="279524"/>
            </a:xfrm>
            <a:prstGeom prst="rect">
              <a:avLst/>
            </a:prstGeom>
            <a:grpFill/>
          </p:spPr>
          <p:txBody>
            <a:bodyPr/>
            <a:lstStyle/>
            <a:p>
              <a:endParaRPr lang="en-US"/>
            </a:p>
          </p:txBody>
        </p:sp>
        <p:sp>
          <p:nvSpPr>
            <p:cNvPr id="8" name="AutoShape 8"/>
            <p:cNvSpPr/>
            <p:nvPr/>
          </p:nvSpPr>
          <p:spPr>
            <a:xfrm>
              <a:off x="7770499" y="0"/>
              <a:ext cx="292033" cy="279524"/>
            </a:xfrm>
            <a:prstGeom prst="rect">
              <a:avLst/>
            </a:prstGeom>
            <a:grpFill/>
          </p:spPr>
          <p:txBody>
            <a:bodyPr/>
            <a:lstStyle/>
            <a:p>
              <a:endParaRPr lang="en-US"/>
            </a:p>
          </p:txBody>
        </p:sp>
        <p:sp>
          <p:nvSpPr>
            <p:cNvPr id="9" name="AutoShape 9"/>
            <p:cNvSpPr/>
            <p:nvPr/>
          </p:nvSpPr>
          <p:spPr>
            <a:xfrm>
              <a:off x="15540998" y="0"/>
              <a:ext cx="292033" cy="279524"/>
            </a:xfrm>
            <a:prstGeom prst="rect">
              <a:avLst/>
            </a:prstGeom>
            <a:grpFill/>
          </p:spPr>
          <p:txBody>
            <a:bodyPr/>
            <a:lstStyle/>
            <a:p>
              <a:endParaRPr lang="en-US"/>
            </a:p>
          </p:txBody>
        </p:sp>
      </p:grpSp>
      <p:sp>
        <p:nvSpPr>
          <p:cNvPr id="12" name="AutoShape 2">
            <a:extLst>
              <a:ext uri="{FF2B5EF4-FFF2-40B4-BE49-F238E27FC236}">
                <a16:creationId xmlns:a16="http://schemas.microsoft.com/office/drawing/2014/main" id="{54B605DE-63C5-4B19-89D4-FD69EFF21B44}"/>
              </a:ext>
            </a:extLst>
          </p:cNvPr>
          <p:cNvSpPr/>
          <p:nvPr/>
        </p:nvSpPr>
        <p:spPr>
          <a:xfrm>
            <a:off x="0" y="7886700"/>
            <a:ext cx="18288000" cy="1621070"/>
          </a:xfrm>
          <a:prstGeom prst="rect">
            <a:avLst/>
          </a:prstGeom>
          <a:solidFill>
            <a:srgbClr val="00667A"/>
          </a:solidFill>
        </p:spPr>
        <p:txBody>
          <a:bodyPr/>
          <a:lstStyle/>
          <a:p>
            <a:endParaRPr lang="en-AU"/>
          </a:p>
        </p:txBody>
      </p:sp>
      <p:sp>
        <p:nvSpPr>
          <p:cNvPr id="13" name="TextBox 3">
            <a:extLst>
              <a:ext uri="{FF2B5EF4-FFF2-40B4-BE49-F238E27FC236}">
                <a16:creationId xmlns:a16="http://schemas.microsoft.com/office/drawing/2014/main" id="{A31A0CE9-BF08-435F-8682-EFAE4D36D398}"/>
              </a:ext>
            </a:extLst>
          </p:cNvPr>
          <p:cNvSpPr txBox="1"/>
          <p:nvPr/>
        </p:nvSpPr>
        <p:spPr>
          <a:xfrm>
            <a:off x="990600" y="8325338"/>
            <a:ext cx="16745495" cy="697948"/>
          </a:xfrm>
          <a:prstGeom prst="rect">
            <a:avLst/>
          </a:prstGeom>
        </p:spPr>
        <p:txBody>
          <a:bodyPr wrap="square" lIns="0" tIns="0" rIns="0" bIns="0" rtlCol="0" anchor="t">
            <a:spAutoFit/>
          </a:bodyPr>
          <a:lstStyle/>
          <a:p>
            <a:pPr algn="r">
              <a:lnSpc>
                <a:spcPts val="5759"/>
              </a:lnSpc>
            </a:pPr>
            <a:r>
              <a:rPr lang="en-US" sz="4600" spc="192" dirty="0">
                <a:solidFill>
                  <a:schemeClr val="bg1"/>
                </a:solidFill>
                <a:latin typeface="Arial" panose="020B0604020202020204" pitchFamily="34" charset="0"/>
                <a:cs typeface="Arial" panose="020B0604020202020204" pitchFamily="34" charset="0"/>
              </a:rPr>
              <a:t>Topic 1: Planning</a:t>
            </a:r>
          </a:p>
        </p:txBody>
      </p:sp>
      <p:sp>
        <p:nvSpPr>
          <p:cNvPr id="17" name="TextBox 4">
            <a:extLst>
              <a:ext uri="{FF2B5EF4-FFF2-40B4-BE49-F238E27FC236}">
                <a16:creationId xmlns:a16="http://schemas.microsoft.com/office/drawing/2014/main" id="{EAC90A64-36BA-4EF5-BA95-DA478EAEA9E6}"/>
              </a:ext>
            </a:extLst>
          </p:cNvPr>
          <p:cNvSpPr txBox="1"/>
          <p:nvPr/>
        </p:nvSpPr>
        <p:spPr>
          <a:xfrm>
            <a:off x="1028700" y="1676834"/>
            <a:ext cx="12687300" cy="1791131"/>
          </a:xfrm>
          <a:prstGeom prst="rect">
            <a:avLst/>
          </a:prstGeom>
        </p:spPr>
        <p:txBody>
          <a:bodyPr wrap="square" lIns="0" tIns="0" rIns="0" bIns="0" rtlCol="0" anchor="t">
            <a:spAutoFit/>
          </a:bodyPr>
          <a:lstStyle/>
          <a:p>
            <a:pPr>
              <a:lnSpc>
                <a:spcPct val="114000"/>
              </a:lnSpc>
              <a:spcBef>
                <a:spcPts val="600"/>
              </a:spcBef>
              <a:spcAft>
                <a:spcPts val="600"/>
              </a:spcAft>
            </a:pPr>
            <a:r>
              <a:rPr lang="en-US" sz="3200" b="1" spc="25" dirty="0">
                <a:solidFill>
                  <a:srgbClr val="00667A"/>
                </a:solidFill>
                <a:latin typeface="Arial" panose="020B0604020202020204" pitchFamily="34" charset="0"/>
                <a:cs typeface="Arial" panose="020B0604020202020204" pitchFamily="34" charset="0"/>
              </a:rPr>
              <a:t>PLANNING BUSINESS QUALITY ASSURANCE APPROACHES</a:t>
            </a:r>
          </a:p>
          <a:p>
            <a:pPr>
              <a:lnSpc>
                <a:spcPct val="114000"/>
              </a:lnSpc>
              <a:spcBef>
                <a:spcPts val="600"/>
              </a:spcBef>
              <a:spcAft>
                <a:spcPts val="600"/>
              </a:spcAft>
            </a:pPr>
            <a:r>
              <a:rPr lang="en-US" sz="3000" spc="25" dirty="0">
                <a:solidFill>
                  <a:srgbClr val="00667A"/>
                </a:solidFill>
                <a:latin typeface="Arial" panose="020B0604020202020204" pitchFamily="34" charset="0"/>
                <a:cs typeface="Arial" panose="020B0604020202020204" pitchFamily="34" charset="0"/>
              </a:rPr>
              <a:t>It is important to plan the business quality assurance processes that are to apply to ensuring quality in ICT systems. </a:t>
            </a:r>
          </a:p>
        </p:txBody>
      </p:sp>
      <p:sp>
        <p:nvSpPr>
          <p:cNvPr id="14" name="Slide Number Placeholder 10">
            <a:extLst>
              <a:ext uri="{FF2B5EF4-FFF2-40B4-BE49-F238E27FC236}">
                <a16:creationId xmlns:a16="http://schemas.microsoft.com/office/drawing/2014/main" id="{5BC0C534-ADAF-D84D-81C8-2A1D2405EFB8}"/>
              </a:ext>
            </a:extLst>
          </p:cNvPr>
          <p:cNvSpPr txBox="1">
            <a:spLocks/>
          </p:cNvSpPr>
          <p:nvPr/>
        </p:nvSpPr>
        <p:spPr>
          <a:xfrm>
            <a:off x="17526000" y="164563"/>
            <a:ext cx="478452" cy="347857"/>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6F15528-21DE-4FAA-801E-634DDDAF4B2B}" type="slidenum">
              <a:rPr lang="en-US" b="1" smtClean="0">
                <a:solidFill>
                  <a:srgbClr val="31859C"/>
                </a:solidFill>
                <a:latin typeface="Arial" panose="020B0604020202020204" pitchFamily="34" charset="0"/>
                <a:cs typeface="Arial" panose="020B0604020202020204" pitchFamily="34" charset="0"/>
              </a:rPr>
              <a:pPr/>
              <a:t>4</a:t>
            </a:fld>
            <a:endParaRPr lang="en-US" b="1" dirty="0">
              <a:solidFill>
                <a:srgbClr val="31859C"/>
              </a:solidFill>
              <a:latin typeface="Arial" panose="020B0604020202020204" pitchFamily="34" charset="0"/>
              <a:cs typeface="Arial" panose="020B0604020202020204" pitchFamily="34" charset="0"/>
            </a:endParaRPr>
          </a:p>
        </p:txBody>
      </p:sp>
      <p:sp>
        <p:nvSpPr>
          <p:cNvPr id="16" name="Footer Placeholder 9">
            <a:extLst>
              <a:ext uri="{FF2B5EF4-FFF2-40B4-BE49-F238E27FC236}">
                <a16:creationId xmlns:a16="http://schemas.microsoft.com/office/drawing/2014/main" id="{91238751-4B41-A64D-9256-38165806A582}"/>
              </a:ext>
            </a:extLst>
          </p:cNvPr>
          <p:cNvSpPr txBox="1">
            <a:spLocks/>
          </p:cNvSpPr>
          <p:nvPr/>
        </p:nvSpPr>
        <p:spPr>
          <a:xfrm>
            <a:off x="15163800" y="9715499"/>
            <a:ext cx="2895600"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endParaRPr lang="en-US" dirty="0">
              <a:solidFill>
                <a:srgbClr val="00667A"/>
              </a:solidFill>
              <a:latin typeface="Arial" panose="020B0604020202020204" pitchFamily="34" charset="0"/>
              <a:cs typeface="Arial" panose="020B0604020202020204" pitchFamily="34" charset="0"/>
            </a:endParaRPr>
          </a:p>
        </p:txBody>
      </p:sp>
      <p:sp>
        <p:nvSpPr>
          <p:cNvPr id="15" name="Footer Placeholder 9">
            <a:extLst>
              <a:ext uri="{FF2B5EF4-FFF2-40B4-BE49-F238E27FC236}">
                <a16:creationId xmlns:a16="http://schemas.microsoft.com/office/drawing/2014/main" id="{976232BB-FC90-084A-A77F-98BBE7BA4C6D}"/>
              </a:ext>
            </a:extLst>
          </p:cNvPr>
          <p:cNvSpPr>
            <a:spLocks noGrp="1"/>
          </p:cNvSpPr>
          <p:nvPr>
            <p:ph type="ftr" sz="quarter" idx="11"/>
          </p:nvPr>
        </p:nvSpPr>
        <p:spPr>
          <a:xfrm>
            <a:off x="533400" y="9715499"/>
            <a:ext cx="6019800" cy="442894"/>
          </a:xfrm>
        </p:spPr>
        <p:txBody>
          <a:bodyPr/>
          <a:lstStyle/>
          <a:p>
            <a:pPr algn="l"/>
            <a:r>
              <a:rPr lang="en-US" b="1" dirty="0">
                <a:solidFill>
                  <a:srgbClr val="00667A"/>
                </a:solidFill>
                <a:latin typeface="Arial" panose="020B0604020202020204" pitchFamily="34" charset="0"/>
                <a:cs typeface="Arial" panose="020B0604020202020204" pitchFamily="34" charset="0"/>
              </a:rPr>
              <a:t>ICTSAD507 </a:t>
            </a:r>
            <a:r>
              <a:rPr lang="en-US" dirty="0">
                <a:solidFill>
                  <a:srgbClr val="00667A"/>
                </a:solidFill>
                <a:latin typeface="Arial" panose="020B0604020202020204" pitchFamily="34" charset="0"/>
                <a:cs typeface="Arial" panose="020B0604020202020204" pitchFamily="34" charset="0"/>
              </a:rPr>
              <a:t>Design and implement quality assurance processes for business solutions </a:t>
            </a:r>
          </a:p>
        </p:txBody>
      </p:sp>
    </p:spTree>
    <p:extLst>
      <p:ext uri="{BB962C8B-B14F-4D97-AF65-F5344CB8AC3E}">
        <p14:creationId xmlns:p14="http://schemas.microsoft.com/office/powerpoint/2010/main" val="305776832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 name="TextBox 3"/>
          <p:cNvSpPr txBox="1"/>
          <p:nvPr/>
        </p:nvSpPr>
        <p:spPr>
          <a:xfrm>
            <a:off x="5603551" y="8746411"/>
            <a:ext cx="11716295" cy="717197"/>
          </a:xfrm>
          <a:prstGeom prst="rect">
            <a:avLst/>
          </a:prstGeom>
        </p:spPr>
        <p:txBody>
          <a:bodyPr lIns="0" tIns="0" rIns="0" bIns="0" rtlCol="0" anchor="t">
            <a:spAutoFit/>
          </a:bodyPr>
          <a:lstStyle/>
          <a:p>
            <a:pPr algn="r">
              <a:lnSpc>
                <a:spcPts val="5759"/>
              </a:lnSpc>
            </a:pPr>
            <a:r>
              <a:rPr lang="en-US" sz="4800" spc="192" dirty="0">
                <a:solidFill>
                  <a:srgbClr val="F4F8F3"/>
                </a:solidFill>
                <a:latin typeface="Montserrat Light"/>
              </a:rPr>
              <a:t>Topic 1: Insert topic title </a:t>
            </a:r>
          </a:p>
        </p:txBody>
      </p:sp>
      <p:grpSp>
        <p:nvGrpSpPr>
          <p:cNvPr id="5" name="Group 5"/>
          <p:cNvGrpSpPr/>
          <p:nvPr/>
        </p:nvGrpSpPr>
        <p:grpSpPr>
          <a:xfrm>
            <a:off x="1028700" y="446788"/>
            <a:ext cx="17244000" cy="220040"/>
            <a:chOff x="0" y="0"/>
            <a:chExt cx="23454501" cy="293386"/>
          </a:xfrm>
          <a:solidFill>
            <a:srgbClr val="00667A"/>
          </a:solidFill>
        </p:grpSpPr>
        <p:sp>
          <p:nvSpPr>
            <p:cNvPr id="6" name="AutoShape 6"/>
            <p:cNvSpPr/>
            <p:nvPr/>
          </p:nvSpPr>
          <p:spPr>
            <a:xfrm>
              <a:off x="0" y="125899"/>
              <a:ext cx="23454501" cy="27726"/>
            </a:xfrm>
            <a:prstGeom prst="rect">
              <a:avLst/>
            </a:prstGeom>
            <a:grpFill/>
          </p:spPr>
          <p:txBody>
            <a:bodyPr/>
            <a:lstStyle/>
            <a:p>
              <a:endParaRPr lang="en-US"/>
            </a:p>
          </p:txBody>
        </p:sp>
        <p:sp>
          <p:nvSpPr>
            <p:cNvPr id="7" name="AutoShape 7"/>
            <p:cNvSpPr/>
            <p:nvPr/>
          </p:nvSpPr>
          <p:spPr>
            <a:xfrm>
              <a:off x="0" y="13863"/>
              <a:ext cx="292033" cy="279524"/>
            </a:xfrm>
            <a:prstGeom prst="rect">
              <a:avLst/>
            </a:prstGeom>
            <a:grpFill/>
          </p:spPr>
          <p:txBody>
            <a:bodyPr/>
            <a:lstStyle/>
            <a:p>
              <a:endParaRPr lang="en-US"/>
            </a:p>
          </p:txBody>
        </p:sp>
        <p:sp>
          <p:nvSpPr>
            <p:cNvPr id="8" name="AutoShape 8"/>
            <p:cNvSpPr/>
            <p:nvPr/>
          </p:nvSpPr>
          <p:spPr>
            <a:xfrm>
              <a:off x="7770499" y="0"/>
              <a:ext cx="292033" cy="279524"/>
            </a:xfrm>
            <a:prstGeom prst="rect">
              <a:avLst/>
            </a:prstGeom>
            <a:grpFill/>
          </p:spPr>
          <p:txBody>
            <a:bodyPr/>
            <a:lstStyle/>
            <a:p>
              <a:endParaRPr lang="en-US"/>
            </a:p>
          </p:txBody>
        </p:sp>
        <p:sp>
          <p:nvSpPr>
            <p:cNvPr id="9" name="AutoShape 9"/>
            <p:cNvSpPr/>
            <p:nvPr/>
          </p:nvSpPr>
          <p:spPr>
            <a:xfrm>
              <a:off x="15540998" y="0"/>
              <a:ext cx="292033" cy="279524"/>
            </a:xfrm>
            <a:prstGeom prst="rect">
              <a:avLst/>
            </a:prstGeom>
            <a:grpFill/>
          </p:spPr>
          <p:txBody>
            <a:bodyPr/>
            <a:lstStyle/>
            <a:p>
              <a:endParaRPr lang="en-US"/>
            </a:p>
          </p:txBody>
        </p:sp>
      </p:grpSp>
      <p:sp>
        <p:nvSpPr>
          <p:cNvPr id="12" name="AutoShape 2">
            <a:extLst>
              <a:ext uri="{FF2B5EF4-FFF2-40B4-BE49-F238E27FC236}">
                <a16:creationId xmlns:a16="http://schemas.microsoft.com/office/drawing/2014/main" id="{54B605DE-63C5-4B19-89D4-FD69EFF21B44}"/>
              </a:ext>
            </a:extLst>
          </p:cNvPr>
          <p:cNvSpPr/>
          <p:nvPr/>
        </p:nvSpPr>
        <p:spPr>
          <a:xfrm>
            <a:off x="0" y="7886700"/>
            <a:ext cx="18288000" cy="1621070"/>
          </a:xfrm>
          <a:prstGeom prst="rect">
            <a:avLst/>
          </a:prstGeom>
          <a:solidFill>
            <a:srgbClr val="00667A"/>
          </a:solidFill>
        </p:spPr>
        <p:txBody>
          <a:bodyPr/>
          <a:lstStyle/>
          <a:p>
            <a:endParaRPr lang="en-AU"/>
          </a:p>
        </p:txBody>
      </p:sp>
      <p:sp>
        <p:nvSpPr>
          <p:cNvPr id="13" name="TextBox 3">
            <a:extLst>
              <a:ext uri="{FF2B5EF4-FFF2-40B4-BE49-F238E27FC236}">
                <a16:creationId xmlns:a16="http://schemas.microsoft.com/office/drawing/2014/main" id="{A31A0CE9-BF08-435F-8682-EFAE4D36D398}"/>
              </a:ext>
            </a:extLst>
          </p:cNvPr>
          <p:cNvSpPr txBox="1"/>
          <p:nvPr/>
        </p:nvSpPr>
        <p:spPr>
          <a:xfrm>
            <a:off x="990600" y="8325338"/>
            <a:ext cx="16745495" cy="697948"/>
          </a:xfrm>
          <a:prstGeom prst="rect">
            <a:avLst/>
          </a:prstGeom>
        </p:spPr>
        <p:txBody>
          <a:bodyPr wrap="square" lIns="0" tIns="0" rIns="0" bIns="0" rtlCol="0" anchor="t">
            <a:spAutoFit/>
          </a:bodyPr>
          <a:lstStyle/>
          <a:p>
            <a:pPr algn="r">
              <a:lnSpc>
                <a:spcPts val="5759"/>
              </a:lnSpc>
            </a:pPr>
            <a:r>
              <a:rPr lang="en-US" sz="4600" spc="192" dirty="0">
                <a:solidFill>
                  <a:schemeClr val="bg1"/>
                </a:solidFill>
                <a:latin typeface="Arial" panose="020B0604020202020204" pitchFamily="34" charset="0"/>
                <a:cs typeface="Arial" panose="020B0604020202020204" pitchFamily="34" charset="0"/>
              </a:rPr>
              <a:t>Topic 1: Planning</a:t>
            </a:r>
          </a:p>
        </p:txBody>
      </p:sp>
      <p:sp>
        <p:nvSpPr>
          <p:cNvPr id="17" name="TextBox 4">
            <a:extLst>
              <a:ext uri="{FF2B5EF4-FFF2-40B4-BE49-F238E27FC236}">
                <a16:creationId xmlns:a16="http://schemas.microsoft.com/office/drawing/2014/main" id="{EAC90A64-36BA-4EF5-BA95-DA478EAEA9E6}"/>
              </a:ext>
            </a:extLst>
          </p:cNvPr>
          <p:cNvSpPr txBox="1"/>
          <p:nvPr/>
        </p:nvSpPr>
        <p:spPr>
          <a:xfrm>
            <a:off x="1028700" y="1676834"/>
            <a:ext cx="12687300" cy="2250103"/>
          </a:xfrm>
          <a:prstGeom prst="rect">
            <a:avLst/>
          </a:prstGeom>
        </p:spPr>
        <p:txBody>
          <a:bodyPr wrap="square" lIns="0" tIns="0" rIns="0" bIns="0" rtlCol="0" anchor="t">
            <a:spAutoFit/>
          </a:bodyPr>
          <a:lstStyle/>
          <a:p>
            <a:pPr>
              <a:lnSpc>
                <a:spcPct val="114000"/>
              </a:lnSpc>
              <a:spcBef>
                <a:spcPts val="600"/>
              </a:spcBef>
              <a:spcAft>
                <a:spcPts val="600"/>
              </a:spcAft>
            </a:pPr>
            <a:r>
              <a:rPr lang="en-US" sz="3200" b="1" spc="25" dirty="0">
                <a:solidFill>
                  <a:srgbClr val="00667A"/>
                </a:solidFill>
                <a:latin typeface="Arial" panose="020B0604020202020204" pitchFamily="34" charset="0"/>
                <a:cs typeface="Arial" panose="020B0604020202020204" pitchFamily="34" charset="0"/>
              </a:rPr>
              <a:t>BUSINESS MODELS</a:t>
            </a:r>
          </a:p>
          <a:p>
            <a:pPr>
              <a:lnSpc>
                <a:spcPct val="114000"/>
              </a:lnSpc>
              <a:spcBef>
                <a:spcPts val="600"/>
              </a:spcBef>
              <a:spcAft>
                <a:spcPts val="600"/>
              </a:spcAft>
            </a:pPr>
            <a:r>
              <a:rPr lang="en-US" sz="3000" spc="25" dirty="0">
                <a:solidFill>
                  <a:srgbClr val="00667A"/>
                </a:solidFill>
                <a:latin typeface="Arial" panose="020B0604020202020204" pitchFamily="34" charset="0"/>
                <a:cs typeface="Arial" panose="020B0604020202020204" pitchFamily="34" charset="0"/>
              </a:rPr>
              <a:t>The business model essentially defines the way in which the business operates and there are numerous types of business models such as business to business, business to customer, franchise and so on. </a:t>
            </a:r>
          </a:p>
        </p:txBody>
      </p:sp>
      <p:sp>
        <p:nvSpPr>
          <p:cNvPr id="14" name="Slide Number Placeholder 10">
            <a:extLst>
              <a:ext uri="{FF2B5EF4-FFF2-40B4-BE49-F238E27FC236}">
                <a16:creationId xmlns:a16="http://schemas.microsoft.com/office/drawing/2014/main" id="{5BC0C534-ADAF-D84D-81C8-2A1D2405EFB8}"/>
              </a:ext>
            </a:extLst>
          </p:cNvPr>
          <p:cNvSpPr txBox="1">
            <a:spLocks/>
          </p:cNvSpPr>
          <p:nvPr/>
        </p:nvSpPr>
        <p:spPr>
          <a:xfrm>
            <a:off x="17526000" y="164563"/>
            <a:ext cx="478452" cy="347857"/>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6F15528-21DE-4FAA-801E-634DDDAF4B2B}" type="slidenum">
              <a:rPr lang="en-US" b="1" smtClean="0">
                <a:solidFill>
                  <a:srgbClr val="31859C"/>
                </a:solidFill>
                <a:latin typeface="Arial" panose="020B0604020202020204" pitchFamily="34" charset="0"/>
                <a:cs typeface="Arial" panose="020B0604020202020204" pitchFamily="34" charset="0"/>
              </a:rPr>
              <a:pPr/>
              <a:t>5</a:t>
            </a:fld>
            <a:endParaRPr lang="en-US" b="1" dirty="0">
              <a:solidFill>
                <a:srgbClr val="31859C"/>
              </a:solidFill>
              <a:latin typeface="Arial" panose="020B0604020202020204" pitchFamily="34" charset="0"/>
              <a:cs typeface="Arial" panose="020B0604020202020204" pitchFamily="34" charset="0"/>
            </a:endParaRPr>
          </a:p>
        </p:txBody>
      </p:sp>
      <p:sp>
        <p:nvSpPr>
          <p:cNvPr id="16" name="Footer Placeholder 9">
            <a:extLst>
              <a:ext uri="{FF2B5EF4-FFF2-40B4-BE49-F238E27FC236}">
                <a16:creationId xmlns:a16="http://schemas.microsoft.com/office/drawing/2014/main" id="{91238751-4B41-A64D-9256-38165806A582}"/>
              </a:ext>
            </a:extLst>
          </p:cNvPr>
          <p:cNvSpPr txBox="1">
            <a:spLocks/>
          </p:cNvSpPr>
          <p:nvPr/>
        </p:nvSpPr>
        <p:spPr>
          <a:xfrm>
            <a:off x="15163800" y="9715499"/>
            <a:ext cx="2895600"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endParaRPr lang="en-US" dirty="0">
              <a:solidFill>
                <a:srgbClr val="00667A"/>
              </a:solidFill>
              <a:latin typeface="Arial" panose="020B0604020202020204" pitchFamily="34" charset="0"/>
              <a:cs typeface="Arial" panose="020B0604020202020204" pitchFamily="34" charset="0"/>
            </a:endParaRPr>
          </a:p>
        </p:txBody>
      </p:sp>
      <p:sp>
        <p:nvSpPr>
          <p:cNvPr id="15" name="Footer Placeholder 9">
            <a:extLst>
              <a:ext uri="{FF2B5EF4-FFF2-40B4-BE49-F238E27FC236}">
                <a16:creationId xmlns:a16="http://schemas.microsoft.com/office/drawing/2014/main" id="{976232BB-FC90-084A-A77F-98BBE7BA4C6D}"/>
              </a:ext>
            </a:extLst>
          </p:cNvPr>
          <p:cNvSpPr>
            <a:spLocks noGrp="1"/>
          </p:cNvSpPr>
          <p:nvPr>
            <p:ph type="ftr" sz="quarter" idx="11"/>
          </p:nvPr>
        </p:nvSpPr>
        <p:spPr>
          <a:xfrm>
            <a:off x="533400" y="9715499"/>
            <a:ext cx="6019800" cy="442894"/>
          </a:xfrm>
        </p:spPr>
        <p:txBody>
          <a:bodyPr/>
          <a:lstStyle/>
          <a:p>
            <a:pPr algn="l"/>
            <a:r>
              <a:rPr lang="en-US" b="1" dirty="0">
                <a:solidFill>
                  <a:srgbClr val="00667A"/>
                </a:solidFill>
                <a:latin typeface="Arial" panose="020B0604020202020204" pitchFamily="34" charset="0"/>
                <a:cs typeface="Arial" panose="020B0604020202020204" pitchFamily="34" charset="0"/>
              </a:rPr>
              <a:t>ICTSAD507 </a:t>
            </a:r>
            <a:r>
              <a:rPr lang="en-US" dirty="0">
                <a:solidFill>
                  <a:srgbClr val="00667A"/>
                </a:solidFill>
                <a:latin typeface="Arial" panose="020B0604020202020204" pitchFamily="34" charset="0"/>
                <a:cs typeface="Arial" panose="020B0604020202020204" pitchFamily="34" charset="0"/>
              </a:rPr>
              <a:t>Design and implement quality assurance processes for business solutions </a:t>
            </a:r>
          </a:p>
        </p:txBody>
      </p:sp>
    </p:spTree>
    <p:extLst>
      <p:ext uri="{BB962C8B-B14F-4D97-AF65-F5344CB8AC3E}">
        <p14:creationId xmlns:p14="http://schemas.microsoft.com/office/powerpoint/2010/main" val="78533276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 name="TextBox 3"/>
          <p:cNvSpPr txBox="1"/>
          <p:nvPr/>
        </p:nvSpPr>
        <p:spPr>
          <a:xfrm>
            <a:off x="5603551" y="8746411"/>
            <a:ext cx="11716295" cy="717197"/>
          </a:xfrm>
          <a:prstGeom prst="rect">
            <a:avLst/>
          </a:prstGeom>
        </p:spPr>
        <p:txBody>
          <a:bodyPr lIns="0" tIns="0" rIns="0" bIns="0" rtlCol="0" anchor="t">
            <a:spAutoFit/>
          </a:bodyPr>
          <a:lstStyle/>
          <a:p>
            <a:pPr algn="r">
              <a:lnSpc>
                <a:spcPts val="5759"/>
              </a:lnSpc>
            </a:pPr>
            <a:r>
              <a:rPr lang="en-US" sz="4800" spc="192" dirty="0">
                <a:solidFill>
                  <a:srgbClr val="F4F8F3"/>
                </a:solidFill>
                <a:latin typeface="Montserrat Light"/>
              </a:rPr>
              <a:t>Topic 1: Insert topic title </a:t>
            </a:r>
          </a:p>
        </p:txBody>
      </p:sp>
      <p:grpSp>
        <p:nvGrpSpPr>
          <p:cNvPr id="5" name="Group 5"/>
          <p:cNvGrpSpPr/>
          <p:nvPr/>
        </p:nvGrpSpPr>
        <p:grpSpPr>
          <a:xfrm>
            <a:off x="1028700" y="446788"/>
            <a:ext cx="17244000" cy="220040"/>
            <a:chOff x="0" y="0"/>
            <a:chExt cx="23454501" cy="293386"/>
          </a:xfrm>
          <a:solidFill>
            <a:srgbClr val="00667A"/>
          </a:solidFill>
        </p:grpSpPr>
        <p:sp>
          <p:nvSpPr>
            <p:cNvPr id="6" name="AutoShape 6"/>
            <p:cNvSpPr/>
            <p:nvPr/>
          </p:nvSpPr>
          <p:spPr>
            <a:xfrm>
              <a:off x="0" y="125899"/>
              <a:ext cx="23454501" cy="27726"/>
            </a:xfrm>
            <a:prstGeom prst="rect">
              <a:avLst/>
            </a:prstGeom>
            <a:grpFill/>
          </p:spPr>
          <p:txBody>
            <a:bodyPr/>
            <a:lstStyle/>
            <a:p>
              <a:endParaRPr lang="en-US"/>
            </a:p>
          </p:txBody>
        </p:sp>
        <p:sp>
          <p:nvSpPr>
            <p:cNvPr id="7" name="AutoShape 7"/>
            <p:cNvSpPr/>
            <p:nvPr/>
          </p:nvSpPr>
          <p:spPr>
            <a:xfrm>
              <a:off x="0" y="13863"/>
              <a:ext cx="292033" cy="279524"/>
            </a:xfrm>
            <a:prstGeom prst="rect">
              <a:avLst/>
            </a:prstGeom>
            <a:grpFill/>
          </p:spPr>
          <p:txBody>
            <a:bodyPr/>
            <a:lstStyle/>
            <a:p>
              <a:endParaRPr lang="en-US"/>
            </a:p>
          </p:txBody>
        </p:sp>
        <p:sp>
          <p:nvSpPr>
            <p:cNvPr id="8" name="AutoShape 8"/>
            <p:cNvSpPr/>
            <p:nvPr/>
          </p:nvSpPr>
          <p:spPr>
            <a:xfrm>
              <a:off x="7770499" y="0"/>
              <a:ext cx="292033" cy="279524"/>
            </a:xfrm>
            <a:prstGeom prst="rect">
              <a:avLst/>
            </a:prstGeom>
            <a:grpFill/>
          </p:spPr>
          <p:txBody>
            <a:bodyPr/>
            <a:lstStyle/>
            <a:p>
              <a:endParaRPr lang="en-US"/>
            </a:p>
          </p:txBody>
        </p:sp>
        <p:sp>
          <p:nvSpPr>
            <p:cNvPr id="9" name="AutoShape 9"/>
            <p:cNvSpPr/>
            <p:nvPr/>
          </p:nvSpPr>
          <p:spPr>
            <a:xfrm>
              <a:off x="15540998" y="0"/>
              <a:ext cx="292033" cy="279524"/>
            </a:xfrm>
            <a:prstGeom prst="rect">
              <a:avLst/>
            </a:prstGeom>
            <a:grpFill/>
          </p:spPr>
          <p:txBody>
            <a:bodyPr/>
            <a:lstStyle/>
            <a:p>
              <a:endParaRPr lang="en-US"/>
            </a:p>
          </p:txBody>
        </p:sp>
      </p:grpSp>
      <p:sp>
        <p:nvSpPr>
          <p:cNvPr id="12" name="AutoShape 2">
            <a:extLst>
              <a:ext uri="{FF2B5EF4-FFF2-40B4-BE49-F238E27FC236}">
                <a16:creationId xmlns:a16="http://schemas.microsoft.com/office/drawing/2014/main" id="{54B605DE-63C5-4B19-89D4-FD69EFF21B44}"/>
              </a:ext>
            </a:extLst>
          </p:cNvPr>
          <p:cNvSpPr/>
          <p:nvPr/>
        </p:nvSpPr>
        <p:spPr>
          <a:xfrm>
            <a:off x="0" y="7886700"/>
            <a:ext cx="18288000" cy="1621070"/>
          </a:xfrm>
          <a:prstGeom prst="rect">
            <a:avLst/>
          </a:prstGeom>
          <a:solidFill>
            <a:srgbClr val="00667A"/>
          </a:solidFill>
        </p:spPr>
        <p:txBody>
          <a:bodyPr/>
          <a:lstStyle/>
          <a:p>
            <a:endParaRPr lang="en-AU"/>
          </a:p>
        </p:txBody>
      </p:sp>
      <p:sp>
        <p:nvSpPr>
          <p:cNvPr id="13" name="TextBox 3">
            <a:extLst>
              <a:ext uri="{FF2B5EF4-FFF2-40B4-BE49-F238E27FC236}">
                <a16:creationId xmlns:a16="http://schemas.microsoft.com/office/drawing/2014/main" id="{A31A0CE9-BF08-435F-8682-EFAE4D36D398}"/>
              </a:ext>
            </a:extLst>
          </p:cNvPr>
          <p:cNvSpPr txBox="1"/>
          <p:nvPr/>
        </p:nvSpPr>
        <p:spPr>
          <a:xfrm>
            <a:off x="990600" y="8325338"/>
            <a:ext cx="16745495" cy="697948"/>
          </a:xfrm>
          <a:prstGeom prst="rect">
            <a:avLst/>
          </a:prstGeom>
        </p:spPr>
        <p:txBody>
          <a:bodyPr wrap="square" lIns="0" tIns="0" rIns="0" bIns="0" rtlCol="0" anchor="t">
            <a:spAutoFit/>
          </a:bodyPr>
          <a:lstStyle/>
          <a:p>
            <a:pPr algn="r">
              <a:lnSpc>
                <a:spcPts val="5759"/>
              </a:lnSpc>
            </a:pPr>
            <a:r>
              <a:rPr lang="en-US" sz="4600" spc="192" dirty="0">
                <a:solidFill>
                  <a:schemeClr val="bg1"/>
                </a:solidFill>
                <a:latin typeface="Arial" panose="020B0604020202020204" pitchFamily="34" charset="0"/>
                <a:cs typeface="Arial" panose="020B0604020202020204" pitchFamily="34" charset="0"/>
              </a:rPr>
              <a:t>Topic 1: Planning</a:t>
            </a:r>
          </a:p>
        </p:txBody>
      </p:sp>
      <p:sp>
        <p:nvSpPr>
          <p:cNvPr id="17" name="TextBox 4">
            <a:extLst>
              <a:ext uri="{FF2B5EF4-FFF2-40B4-BE49-F238E27FC236}">
                <a16:creationId xmlns:a16="http://schemas.microsoft.com/office/drawing/2014/main" id="{EAC90A64-36BA-4EF5-BA95-DA478EAEA9E6}"/>
              </a:ext>
            </a:extLst>
          </p:cNvPr>
          <p:cNvSpPr txBox="1"/>
          <p:nvPr/>
        </p:nvSpPr>
        <p:spPr>
          <a:xfrm>
            <a:off x="1028700" y="1676834"/>
            <a:ext cx="12687300" cy="2930289"/>
          </a:xfrm>
          <a:prstGeom prst="rect">
            <a:avLst/>
          </a:prstGeom>
        </p:spPr>
        <p:txBody>
          <a:bodyPr wrap="square" lIns="0" tIns="0" rIns="0" bIns="0" rtlCol="0" anchor="t">
            <a:spAutoFit/>
          </a:bodyPr>
          <a:lstStyle/>
          <a:p>
            <a:pPr>
              <a:lnSpc>
                <a:spcPct val="114000"/>
              </a:lnSpc>
              <a:spcBef>
                <a:spcPts val="600"/>
              </a:spcBef>
              <a:spcAft>
                <a:spcPts val="600"/>
              </a:spcAft>
            </a:pPr>
            <a:r>
              <a:rPr lang="en-US" sz="3200" b="1" spc="25" dirty="0">
                <a:solidFill>
                  <a:srgbClr val="00667A"/>
                </a:solidFill>
                <a:latin typeface="Arial" panose="020B0604020202020204" pitchFamily="34" charset="0"/>
                <a:cs typeface="Arial" panose="020B0604020202020204" pitchFamily="34" charset="0"/>
              </a:rPr>
              <a:t>LEGISLATIVE REQUIREMENTS</a:t>
            </a:r>
          </a:p>
          <a:p>
            <a:pPr marL="457200" indent="-457200">
              <a:lnSpc>
                <a:spcPct val="114000"/>
              </a:lnSpc>
              <a:spcBef>
                <a:spcPts val="600"/>
              </a:spcBef>
              <a:spcAft>
                <a:spcPts val="600"/>
              </a:spcAft>
              <a:buFont typeface="Arial" panose="020B0604020202020204" pitchFamily="34" charset="0"/>
              <a:buChar char="•"/>
            </a:pPr>
            <a:r>
              <a:rPr lang="en-US" sz="3000" spc="25" dirty="0">
                <a:solidFill>
                  <a:srgbClr val="00667A"/>
                </a:solidFill>
                <a:latin typeface="Arial" panose="020B0604020202020204" pitchFamily="34" charset="0"/>
                <a:cs typeface="Arial" panose="020B0604020202020204" pitchFamily="34" charset="0"/>
              </a:rPr>
              <a:t>The Australian Consumer Law is a good example of legislation that has quality at its heart. </a:t>
            </a:r>
          </a:p>
          <a:p>
            <a:pPr marL="457200" indent="-457200">
              <a:lnSpc>
                <a:spcPct val="114000"/>
              </a:lnSpc>
              <a:spcBef>
                <a:spcPts val="600"/>
              </a:spcBef>
              <a:spcAft>
                <a:spcPts val="600"/>
              </a:spcAft>
              <a:buFont typeface="Arial" panose="020B0604020202020204" pitchFamily="34" charset="0"/>
              <a:buChar char="•"/>
            </a:pPr>
            <a:r>
              <a:rPr lang="en-US" sz="3000" spc="25" dirty="0">
                <a:solidFill>
                  <a:srgbClr val="00667A"/>
                </a:solidFill>
                <a:latin typeface="Arial" panose="020B0604020202020204" pitchFamily="34" charset="0"/>
                <a:cs typeface="Arial" panose="020B0604020202020204" pitchFamily="34" charset="0"/>
              </a:rPr>
              <a:t>In essence the ACL ensures that consumers are guaranteed ‘acceptable quality’ of the goods and services they buy.</a:t>
            </a:r>
          </a:p>
        </p:txBody>
      </p:sp>
      <p:sp>
        <p:nvSpPr>
          <p:cNvPr id="14" name="Slide Number Placeholder 10">
            <a:extLst>
              <a:ext uri="{FF2B5EF4-FFF2-40B4-BE49-F238E27FC236}">
                <a16:creationId xmlns:a16="http://schemas.microsoft.com/office/drawing/2014/main" id="{5BC0C534-ADAF-D84D-81C8-2A1D2405EFB8}"/>
              </a:ext>
            </a:extLst>
          </p:cNvPr>
          <p:cNvSpPr txBox="1">
            <a:spLocks/>
          </p:cNvSpPr>
          <p:nvPr/>
        </p:nvSpPr>
        <p:spPr>
          <a:xfrm>
            <a:off x="17526000" y="164563"/>
            <a:ext cx="478452" cy="347857"/>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6F15528-21DE-4FAA-801E-634DDDAF4B2B}" type="slidenum">
              <a:rPr lang="en-US" b="1" smtClean="0">
                <a:solidFill>
                  <a:srgbClr val="31859C"/>
                </a:solidFill>
                <a:latin typeface="Arial" panose="020B0604020202020204" pitchFamily="34" charset="0"/>
                <a:cs typeface="Arial" panose="020B0604020202020204" pitchFamily="34" charset="0"/>
              </a:rPr>
              <a:pPr/>
              <a:t>6</a:t>
            </a:fld>
            <a:endParaRPr lang="en-US" b="1" dirty="0">
              <a:solidFill>
                <a:srgbClr val="31859C"/>
              </a:solidFill>
              <a:latin typeface="Arial" panose="020B0604020202020204" pitchFamily="34" charset="0"/>
              <a:cs typeface="Arial" panose="020B0604020202020204" pitchFamily="34" charset="0"/>
            </a:endParaRPr>
          </a:p>
        </p:txBody>
      </p:sp>
      <p:sp>
        <p:nvSpPr>
          <p:cNvPr id="16" name="Footer Placeholder 9">
            <a:extLst>
              <a:ext uri="{FF2B5EF4-FFF2-40B4-BE49-F238E27FC236}">
                <a16:creationId xmlns:a16="http://schemas.microsoft.com/office/drawing/2014/main" id="{91238751-4B41-A64D-9256-38165806A582}"/>
              </a:ext>
            </a:extLst>
          </p:cNvPr>
          <p:cNvSpPr txBox="1">
            <a:spLocks/>
          </p:cNvSpPr>
          <p:nvPr/>
        </p:nvSpPr>
        <p:spPr>
          <a:xfrm>
            <a:off x="15163800" y="9715499"/>
            <a:ext cx="2895600"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endParaRPr lang="en-US" dirty="0">
              <a:solidFill>
                <a:srgbClr val="00667A"/>
              </a:solidFill>
              <a:latin typeface="Arial" panose="020B0604020202020204" pitchFamily="34" charset="0"/>
              <a:cs typeface="Arial" panose="020B0604020202020204" pitchFamily="34" charset="0"/>
            </a:endParaRPr>
          </a:p>
        </p:txBody>
      </p:sp>
      <p:sp>
        <p:nvSpPr>
          <p:cNvPr id="15" name="Footer Placeholder 9">
            <a:extLst>
              <a:ext uri="{FF2B5EF4-FFF2-40B4-BE49-F238E27FC236}">
                <a16:creationId xmlns:a16="http://schemas.microsoft.com/office/drawing/2014/main" id="{976232BB-FC90-084A-A77F-98BBE7BA4C6D}"/>
              </a:ext>
            </a:extLst>
          </p:cNvPr>
          <p:cNvSpPr>
            <a:spLocks noGrp="1"/>
          </p:cNvSpPr>
          <p:nvPr>
            <p:ph type="ftr" sz="quarter" idx="11"/>
          </p:nvPr>
        </p:nvSpPr>
        <p:spPr>
          <a:xfrm>
            <a:off x="533400" y="9715499"/>
            <a:ext cx="6019800" cy="442894"/>
          </a:xfrm>
        </p:spPr>
        <p:txBody>
          <a:bodyPr/>
          <a:lstStyle/>
          <a:p>
            <a:pPr algn="l"/>
            <a:r>
              <a:rPr lang="en-US" b="1" dirty="0">
                <a:solidFill>
                  <a:srgbClr val="00667A"/>
                </a:solidFill>
                <a:latin typeface="Arial" panose="020B0604020202020204" pitchFamily="34" charset="0"/>
                <a:cs typeface="Arial" panose="020B0604020202020204" pitchFamily="34" charset="0"/>
              </a:rPr>
              <a:t>ICTSAD507 </a:t>
            </a:r>
            <a:r>
              <a:rPr lang="en-US" dirty="0">
                <a:solidFill>
                  <a:srgbClr val="00667A"/>
                </a:solidFill>
                <a:latin typeface="Arial" panose="020B0604020202020204" pitchFamily="34" charset="0"/>
                <a:cs typeface="Arial" panose="020B0604020202020204" pitchFamily="34" charset="0"/>
              </a:rPr>
              <a:t>Design and implement quality assurance processes for business solutions </a:t>
            </a:r>
          </a:p>
        </p:txBody>
      </p:sp>
    </p:spTree>
    <p:extLst>
      <p:ext uri="{BB962C8B-B14F-4D97-AF65-F5344CB8AC3E}">
        <p14:creationId xmlns:p14="http://schemas.microsoft.com/office/powerpoint/2010/main" val="178789839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 name="TextBox 3"/>
          <p:cNvSpPr txBox="1"/>
          <p:nvPr/>
        </p:nvSpPr>
        <p:spPr>
          <a:xfrm>
            <a:off x="5603551" y="8746411"/>
            <a:ext cx="11716295" cy="717197"/>
          </a:xfrm>
          <a:prstGeom prst="rect">
            <a:avLst/>
          </a:prstGeom>
        </p:spPr>
        <p:txBody>
          <a:bodyPr lIns="0" tIns="0" rIns="0" bIns="0" rtlCol="0" anchor="t">
            <a:spAutoFit/>
          </a:bodyPr>
          <a:lstStyle/>
          <a:p>
            <a:pPr algn="r">
              <a:lnSpc>
                <a:spcPts val="5759"/>
              </a:lnSpc>
            </a:pPr>
            <a:r>
              <a:rPr lang="en-US" sz="4800" spc="192" dirty="0">
                <a:solidFill>
                  <a:srgbClr val="F4F8F3"/>
                </a:solidFill>
                <a:latin typeface="Montserrat Light"/>
              </a:rPr>
              <a:t>Topic 1: Insert topic title </a:t>
            </a:r>
          </a:p>
        </p:txBody>
      </p:sp>
      <p:grpSp>
        <p:nvGrpSpPr>
          <p:cNvPr id="5" name="Group 5"/>
          <p:cNvGrpSpPr/>
          <p:nvPr/>
        </p:nvGrpSpPr>
        <p:grpSpPr>
          <a:xfrm>
            <a:off x="1028700" y="446788"/>
            <a:ext cx="17244000" cy="220040"/>
            <a:chOff x="0" y="0"/>
            <a:chExt cx="23454501" cy="293386"/>
          </a:xfrm>
          <a:solidFill>
            <a:srgbClr val="00667A"/>
          </a:solidFill>
        </p:grpSpPr>
        <p:sp>
          <p:nvSpPr>
            <p:cNvPr id="6" name="AutoShape 6"/>
            <p:cNvSpPr/>
            <p:nvPr/>
          </p:nvSpPr>
          <p:spPr>
            <a:xfrm>
              <a:off x="0" y="125899"/>
              <a:ext cx="23454501" cy="27726"/>
            </a:xfrm>
            <a:prstGeom prst="rect">
              <a:avLst/>
            </a:prstGeom>
            <a:grpFill/>
          </p:spPr>
          <p:txBody>
            <a:bodyPr/>
            <a:lstStyle/>
            <a:p>
              <a:endParaRPr lang="en-US"/>
            </a:p>
          </p:txBody>
        </p:sp>
        <p:sp>
          <p:nvSpPr>
            <p:cNvPr id="7" name="AutoShape 7"/>
            <p:cNvSpPr/>
            <p:nvPr/>
          </p:nvSpPr>
          <p:spPr>
            <a:xfrm>
              <a:off x="0" y="13863"/>
              <a:ext cx="292033" cy="279524"/>
            </a:xfrm>
            <a:prstGeom prst="rect">
              <a:avLst/>
            </a:prstGeom>
            <a:grpFill/>
          </p:spPr>
          <p:txBody>
            <a:bodyPr/>
            <a:lstStyle/>
            <a:p>
              <a:endParaRPr lang="en-US"/>
            </a:p>
          </p:txBody>
        </p:sp>
        <p:sp>
          <p:nvSpPr>
            <p:cNvPr id="8" name="AutoShape 8"/>
            <p:cNvSpPr/>
            <p:nvPr/>
          </p:nvSpPr>
          <p:spPr>
            <a:xfrm>
              <a:off x="7770499" y="0"/>
              <a:ext cx="292033" cy="279524"/>
            </a:xfrm>
            <a:prstGeom prst="rect">
              <a:avLst/>
            </a:prstGeom>
            <a:grpFill/>
          </p:spPr>
          <p:txBody>
            <a:bodyPr/>
            <a:lstStyle/>
            <a:p>
              <a:endParaRPr lang="en-US"/>
            </a:p>
          </p:txBody>
        </p:sp>
        <p:sp>
          <p:nvSpPr>
            <p:cNvPr id="9" name="AutoShape 9"/>
            <p:cNvSpPr/>
            <p:nvPr/>
          </p:nvSpPr>
          <p:spPr>
            <a:xfrm>
              <a:off x="15540998" y="0"/>
              <a:ext cx="292033" cy="279524"/>
            </a:xfrm>
            <a:prstGeom prst="rect">
              <a:avLst/>
            </a:prstGeom>
            <a:grpFill/>
          </p:spPr>
          <p:txBody>
            <a:bodyPr/>
            <a:lstStyle/>
            <a:p>
              <a:endParaRPr lang="en-US"/>
            </a:p>
          </p:txBody>
        </p:sp>
      </p:grpSp>
      <p:sp>
        <p:nvSpPr>
          <p:cNvPr id="12" name="AutoShape 2">
            <a:extLst>
              <a:ext uri="{FF2B5EF4-FFF2-40B4-BE49-F238E27FC236}">
                <a16:creationId xmlns:a16="http://schemas.microsoft.com/office/drawing/2014/main" id="{54B605DE-63C5-4B19-89D4-FD69EFF21B44}"/>
              </a:ext>
            </a:extLst>
          </p:cNvPr>
          <p:cNvSpPr/>
          <p:nvPr/>
        </p:nvSpPr>
        <p:spPr>
          <a:xfrm>
            <a:off x="0" y="7886700"/>
            <a:ext cx="18288000" cy="1621070"/>
          </a:xfrm>
          <a:prstGeom prst="rect">
            <a:avLst/>
          </a:prstGeom>
          <a:solidFill>
            <a:srgbClr val="00667A"/>
          </a:solidFill>
        </p:spPr>
        <p:txBody>
          <a:bodyPr/>
          <a:lstStyle/>
          <a:p>
            <a:endParaRPr lang="en-AU"/>
          </a:p>
        </p:txBody>
      </p:sp>
      <p:sp>
        <p:nvSpPr>
          <p:cNvPr id="13" name="TextBox 3">
            <a:extLst>
              <a:ext uri="{FF2B5EF4-FFF2-40B4-BE49-F238E27FC236}">
                <a16:creationId xmlns:a16="http://schemas.microsoft.com/office/drawing/2014/main" id="{A31A0CE9-BF08-435F-8682-EFAE4D36D398}"/>
              </a:ext>
            </a:extLst>
          </p:cNvPr>
          <p:cNvSpPr txBox="1"/>
          <p:nvPr/>
        </p:nvSpPr>
        <p:spPr>
          <a:xfrm>
            <a:off x="990600" y="8325338"/>
            <a:ext cx="16745495" cy="697948"/>
          </a:xfrm>
          <a:prstGeom prst="rect">
            <a:avLst/>
          </a:prstGeom>
        </p:spPr>
        <p:txBody>
          <a:bodyPr wrap="square" lIns="0" tIns="0" rIns="0" bIns="0" rtlCol="0" anchor="t">
            <a:spAutoFit/>
          </a:bodyPr>
          <a:lstStyle/>
          <a:p>
            <a:pPr algn="r">
              <a:lnSpc>
                <a:spcPts val="5759"/>
              </a:lnSpc>
            </a:pPr>
            <a:r>
              <a:rPr lang="en-US" sz="4600" spc="192" dirty="0">
                <a:solidFill>
                  <a:schemeClr val="bg1"/>
                </a:solidFill>
                <a:latin typeface="Arial" panose="020B0604020202020204" pitchFamily="34" charset="0"/>
                <a:cs typeface="Arial" panose="020B0604020202020204" pitchFamily="34" charset="0"/>
              </a:rPr>
              <a:t>Topic 1: Planning</a:t>
            </a:r>
          </a:p>
        </p:txBody>
      </p:sp>
      <p:sp>
        <p:nvSpPr>
          <p:cNvPr id="17" name="TextBox 4">
            <a:extLst>
              <a:ext uri="{FF2B5EF4-FFF2-40B4-BE49-F238E27FC236}">
                <a16:creationId xmlns:a16="http://schemas.microsoft.com/office/drawing/2014/main" id="{EAC90A64-36BA-4EF5-BA95-DA478EAEA9E6}"/>
              </a:ext>
            </a:extLst>
          </p:cNvPr>
          <p:cNvSpPr txBox="1"/>
          <p:nvPr/>
        </p:nvSpPr>
        <p:spPr>
          <a:xfrm>
            <a:off x="1028700" y="1676834"/>
            <a:ext cx="12687300" cy="1723805"/>
          </a:xfrm>
          <a:prstGeom prst="rect">
            <a:avLst/>
          </a:prstGeom>
        </p:spPr>
        <p:txBody>
          <a:bodyPr wrap="square" lIns="0" tIns="0" rIns="0" bIns="0" rtlCol="0" anchor="t">
            <a:spAutoFit/>
          </a:bodyPr>
          <a:lstStyle/>
          <a:p>
            <a:pPr>
              <a:lnSpc>
                <a:spcPct val="114000"/>
              </a:lnSpc>
              <a:spcBef>
                <a:spcPts val="600"/>
              </a:spcBef>
              <a:spcAft>
                <a:spcPts val="600"/>
              </a:spcAft>
            </a:pPr>
            <a:r>
              <a:rPr lang="en-US" sz="3200" b="1" spc="25" dirty="0">
                <a:solidFill>
                  <a:srgbClr val="00667A"/>
                </a:solidFill>
                <a:latin typeface="Arial" panose="020B0604020202020204" pitchFamily="34" charset="0"/>
                <a:cs typeface="Arial" panose="020B0604020202020204" pitchFamily="34" charset="0"/>
              </a:rPr>
              <a:t>QUALITY PERFORMANCE EXPECTATIONS</a:t>
            </a:r>
          </a:p>
          <a:p>
            <a:pPr>
              <a:lnSpc>
                <a:spcPct val="114000"/>
              </a:lnSpc>
              <a:spcBef>
                <a:spcPts val="600"/>
              </a:spcBef>
              <a:spcAft>
                <a:spcPts val="600"/>
              </a:spcAft>
            </a:pPr>
            <a:r>
              <a:rPr lang="en-US" sz="3000" spc="25" dirty="0">
                <a:solidFill>
                  <a:srgbClr val="00667A"/>
                </a:solidFill>
                <a:latin typeface="Arial" panose="020B0604020202020204" pitchFamily="34" charset="0"/>
                <a:cs typeface="Arial" panose="020B0604020202020204" pitchFamily="34" charset="0"/>
              </a:rPr>
              <a:t>It is also important to understand a business’ expectations in relation to quality performance and ICT systems, as well as benchmark standards. </a:t>
            </a:r>
          </a:p>
        </p:txBody>
      </p:sp>
      <p:sp>
        <p:nvSpPr>
          <p:cNvPr id="14" name="Slide Number Placeholder 10">
            <a:extLst>
              <a:ext uri="{FF2B5EF4-FFF2-40B4-BE49-F238E27FC236}">
                <a16:creationId xmlns:a16="http://schemas.microsoft.com/office/drawing/2014/main" id="{5BC0C534-ADAF-D84D-81C8-2A1D2405EFB8}"/>
              </a:ext>
            </a:extLst>
          </p:cNvPr>
          <p:cNvSpPr txBox="1">
            <a:spLocks/>
          </p:cNvSpPr>
          <p:nvPr/>
        </p:nvSpPr>
        <p:spPr>
          <a:xfrm>
            <a:off x="17526000" y="164563"/>
            <a:ext cx="478452" cy="347857"/>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6F15528-21DE-4FAA-801E-634DDDAF4B2B}" type="slidenum">
              <a:rPr lang="en-US" b="1" smtClean="0">
                <a:solidFill>
                  <a:srgbClr val="31859C"/>
                </a:solidFill>
                <a:latin typeface="Arial" panose="020B0604020202020204" pitchFamily="34" charset="0"/>
                <a:cs typeface="Arial" panose="020B0604020202020204" pitchFamily="34" charset="0"/>
              </a:rPr>
              <a:pPr/>
              <a:t>7</a:t>
            </a:fld>
            <a:endParaRPr lang="en-US" b="1" dirty="0">
              <a:solidFill>
                <a:srgbClr val="31859C"/>
              </a:solidFill>
              <a:latin typeface="Arial" panose="020B0604020202020204" pitchFamily="34" charset="0"/>
              <a:cs typeface="Arial" panose="020B0604020202020204" pitchFamily="34" charset="0"/>
            </a:endParaRPr>
          </a:p>
        </p:txBody>
      </p:sp>
      <p:sp>
        <p:nvSpPr>
          <p:cNvPr id="16" name="Footer Placeholder 9">
            <a:extLst>
              <a:ext uri="{FF2B5EF4-FFF2-40B4-BE49-F238E27FC236}">
                <a16:creationId xmlns:a16="http://schemas.microsoft.com/office/drawing/2014/main" id="{91238751-4B41-A64D-9256-38165806A582}"/>
              </a:ext>
            </a:extLst>
          </p:cNvPr>
          <p:cNvSpPr txBox="1">
            <a:spLocks/>
          </p:cNvSpPr>
          <p:nvPr/>
        </p:nvSpPr>
        <p:spPr>
          <a:xfrm>
            <a:off x="15163800" y="9715499"/>
            <a:ext cx="2895600"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endParaRPr lang="en-US" dirty="0">
              <a:solidFill>
                <a:srgbClr val="00667A"/>
              </a:solidFill>
              <a:latin typeface="Arial" panose="020B0604020202020204" pitchFamily="34" charset="0"/>
              <a:cs typeface="Arial" panose="020B0604020202020204" pitchFamily="34" charset="0"/>
            </a:endParaRPr>
          </a:p>
        </p:txBody>
      </p:sp>
      <p:sp>
        <p:nvSpPr>
          <p:cNvPr id="15" name="Footer Placeholder 9">
            <a:extLst>
              <a:ext uri="{FF2B5EF4-FFF2-40B4-BE49-F238E27FC236}">
                <a16:creationId xmlns:a16="http://schemas.microsoft.com/office/drawing/2014/main" id="{976232BB-FC90-084A-A77F-98BBE7BA4C6D}"/>
              </a:ext>
            </a:extLst>
          </p:cNvPr>
          <p:cNvSpPr>
            <a:spLocks noGrp="1"/>
          </p:cNvSpPr>
          <p:nvPr>
            <p:ph type="ftr" sz="quarter" idx="11"/>
          </p:nvPr>
        </p:nvSpPr>
        <p:spPr>
          <a:xfrm>
            <a:off x="533400" y="9715499"/>
            <a:ext cx="6019800" cy="442894"/>
          </a:xfrm>
        </p:spPr>
        <p:txBody>
          <a:bodyPr/>
          <a:lstStyle/>
          <a:p>
            <a:pPr algn="l"/>
            <a:r>
              <a:rPr lang="en-US" b="1" dirty="0">
                <a:solidFill>
                  <a:srgbClr val="00667A"/>
                </a:solidFill>
                <a:latin typeface="Arial" panose="020B0604020202020204" pitchFamily="34" charset="0"/>
                <a:cs typeface="Arial" panose="020B0604020202020204" pitchFamily="34" charset="0"/>
              </a:rPr>
              <a:t>ICTSAD507 </a:t>
            </a:r>
            <a:r>
              <a:rPr lang="en-US" dirty="0">
                <a:solidFill>
                  <a:srgbClr val="00667A"/>
                </a:solidFill>
                <a:latin typeface="Arial" panose="020B0604020202020204" pitchFamily="34" charset="0"/>
                <a:cs typeface="Arial" panose="020B0604020202020204" pitchFamily="34" charset="0"/>
              </a:rPr>
              <a:t>Design and implement quality assurance processes for business solutions </a:t>
            </a:r>
          </a:p>
        </p:txBody>
      </p:sp>
    </p:spTree>
    <p:extLst>
      <p:ext uri="{BB962C8B-B14F-4D97-AF65-F5344CB8AC3E}">
        <p14:creationId xmlns:p14="http://schemas.microsoft.com/office/powerpoint/2010/main" val="17261271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00667A"/>
        </a:solidFill>
        <a:effectLst/>
      </p:bgPr>
    </p:bg>
    <p:spTree>
      <p:nvGrpSpPr>
        <p:cNvPr id="1" name=""/>
        <p:cNvGrpSpPr/>
        <p:nvPr/>
      </p:nvGrpSpPr>
      <p:grpSpPr>
        <a:xfrm>
          <a:off x="0" y="0"/>
          <a:ext cx="0" cy="0"/>
          <a:chOff x="0" y="0"/>
          <a:chExt cx="0" cy="0"/>
        </a:xfrm>
      </p:grpSpPr>
      <p:sp>
        <p:nvSpPr>
          <p:cNvPr id="2" name="AutoShape 2"/>
          <p:cNvSpPr/>
          <p:nvPr/>
        </p:nvSpPr>
        <p:spPr>
          <a:xfrm>
            <a:off x="0" y="7886700"/>
            <a:ext cx="18288000" cy="1621070"/>
          </a:xfrm>
          <a:prstGeom prst="rect">
            <a:avLst/>
          </a:prstGeom>
          <a:solidFill>
            <a:schemeClr val="bg1"/>
          </a:solidFill>
        </p:spPr>
        <p:txBody>
          <a:bodyPr/>
          <a:lstStyle/>
          <a:p>
            <a:endParaRPr lang="en-US"/>
          </a:p>
        </p:txBody>
      </p:sp>
      <p:sp>
        <p:nvSpPr>
          <p:cNvPr id="3" name="TextBox 3"/>
          <p:cNvSpPr txBox="1"/>
          <p:nvPr/>
        </p:nvSpPr>
        <p:spPr>
          <a:xfrm>
            <a:off x="990600" y="8325338"/>
            <a:ext cx="16745495" cy="697948"/>
          </a:xfrm>
          <a:prstGeom prst="rect">
            <a:avLst/>
          </a:prstGeom>
        </p:spPr>
        <p:txBody>
          <a:bodyPr wrap="square" lIns="0" tIns="0" rIns="0" bIns="0" rtlCol="0" anchor="t">
            <a:spAutoFit/>
          </a:bodyPr>
          <a:lstStyle/>
          <a:p>
            <a:pPr algn="r">
              <a:lnSpc>
                <a:spcPts val="5759"/>
              </a:lnSpc>
            </a:pPr>
            <a:r>
              <a:rPr lang="en-US" sz="4600" spc="192" dirty="0">
                <a:solidFill>
                  <a:srgbClr val="00667A"/>
                </a:solidFill>
                <a:latin typeface="Arial" panose="020B0604020202020204" pitchFamily="34" charset="0"/>
                <a:cs typeface="Arial" panose="020B0604020202020204" pitchFamily="34" charset="0"/>
              </a:rPr>
              <a:t>Topic 1: Planning</a:t>
            </a:r>
          </a:p>
        </p:txBody>
      </p:sp>
      <p:sp>
        <p:nvSpPr>
          <p:cNvPr id="4" name="TextBox 4"/>
          <p:cNvSpPr txBox="1"/>
          <p:nvPr/>
        </p:nvSpPr>
        <p:spPr>
          <a:xfrm>
            <a:off x="2209800" y="1676834"/>
            <a:ext cx="14935200" cy="3084178"/>
          </a:xfrm>
          <a:prstGeom prst="rect">
            <a:avLst/>
          </a:prstGeom>
        </p:spPr>
        <p:txBody>
          <a:bodyPr wrap="square" lIns="0" tIns="0" rIns="0" bIns="0" rtlCol="0" anchor="t">
            <a:spAutoFit/>
          </a:bodyPr>
          <a:lstStyle/>
          <a:p>
            <a:pPr>
              <a:lnSpc>
                <a:spcPct val="114000"/>
              </a:lnSpc>
              <a:spcBef>
                <a:spcPts val="600"/>
              </a:spcBef>
              <a:spcAft>
                <a:spcPts val="600"/>
              </a:spcAft>
            </a:pPr>
            <a:r>
              <a:rPr lang="en-US" sz="3200" b="1" spc="200" dirty="0">
                <a:solidFill>
                  <a:schemeClr val="bg1"/>
                </a:solidFill>
                <a:latin typeface="Arial" panose="020B0604020202020204" pitchFamily="34" charset="0"/>
                <a:cs typeface="Arial" panose="020B0604020202020204" pitchFamily="34" charset="0"/>
              </a:rPr>
              <a:t>ACTIVITY: READ </a:t>
            </a:r>
            <a:endParaRPr lang="en-US" sz="2500" b="1" spc="200" dirty="0">
              <a:solidFill>
                <a:schemeClr val="bg1"/>
              </a:solidFill>
              <a:latin typeface="Arial" panose="020B0604020202020204" pitchFamily="34" charset="0"/>
              <a:cs typeface="Arial" panose="020B0604020202020204" pitchFamily="34" charset="0"/>
            </a:endParaRPr>
          </a:p>
          <a:p>
            <a:pPr>
              <a:lnSpc>
                <a:spcPct val="114000"/>
              </a:lnSpc>
              <a:spcBef>
                <a:spcPts val="600"/>
              </a:spcBef>
              <a:spcAft>
                <a:spcPts val="600"/>
              </a:spcAft>
            </a:pPr>
            <a:r>
              <a:rPr lang="en-US" sz="3000" spc="25" dirty="0">
                <a:solidFill>
                  <a:schemeClr val="bg1"/>
                </a:solidFill>
                <a:latin typeface="Arial" panose="020B0604020202020204" pitchFamily="34" charset="0"/>
                <a:cs typeface="Arial" panose="020B0604020202020204" pitchFamily="34" charset="0"/>
              </a:rPr>
              <a:t>Review the link below. This clearly shows the business’ overall goal and how quality is built into business principles:</a:t>
            </a:r>
          </a:p>
          <a:p>
            <a:pPr>
              <a:lnSpc>
                <a:spcPct val="114000"/>
              </a:lnSpc>
              <a:spcBef>
                <a:spcPts val="600"/>
              </a:spcBef>
              <a:spcAft>
                <a:spcPts val="600"/>
              </a:spcAft>
            </a:pPr>
            <a:r>
              <a:rPr lang="en-US" sz="3000" spc="25" dirty="0">
                <a:solidFill>
                  <a:schemeClr val="bg1"/>
                </a:solidFill>
                <a:latin typeface="Arial" panose="020B0604020202020204" pitchFamily="34" charset="0"/>
                <a:cs typeface="Arial" panose="020B0604020202020204" pitchFamily="34" charset="0"/>
                <a:hlinkClick r:id="rId3"/>
              </a:rPr>
              <a:t>https://www.sonardyne.com/quality-statement/</a:t>
            </a:r>
            <a:r>
              <a:rPr lang="en-US" sz="3000" spc="25" dirty="0">
                <a:solidFill>
                  <a:schemeClr val="bg1"/>
                </a:solidFill>
                <a:latin typeface="Arial" panose="020B0604020202020204" pitchFamily="34" charset="0"/>
                <a:cs typeface="Arial" panose="020B0604020202020204" pitchFamily="34" charset="0"/>
              </a:rPr>
              <a:t> </a:t>
            </a:r>
          </a:p>
          <a:p>
            <a:pPr>
              <a:lnSpc>
                <a:spcPct val="114000"/>
              </a:lnSpc>
              <a:spcBef>
                <a:spcPts val="600"/>
              </a:spcBef>
              <a:spcAft>
                <a:spcPts val="600"/>
              </a:spcAft>
            </a:pPr>
            <a:r>
              <a:rPr lang="en-US" sz="3000" spc="25" dirty="0">
                <a:solidFill>
                  <a:schemeClr val="bg1"/>
                </a:solidFill>
                <a:latin typeface="Arial" panose="020B0604020202020204" pitchFamily="34" charset="0"/>
                <a:cs typeface="Arial" panose="020B0604020202020204" pitchFamily="34" charset="0"/>
              </a:rPr>
              <a:t>Makes notes for future reference. </a:t>
            </a:r>
          </a:p>
        </p:txBody>
      </p:sp>
      <p:grpSp>
        <p:nvGrpSpPr>
          <p:cNvPr id="17" name="Group 16">
            <a:extLst>
              <a:ext uri="{FF2B5EF4-FFF2-40B4-BE49-F238E27FC236}">
                <a16:creationId xmlns:a16="http://schemas.microsoft.com/office/drawing/2014/main" id="{9BC53F16-C04B-4406-BBF9-D518BC5BACFE}"/>
              </a:ext>
            </a:extLst>
          </p:cNvPr>
          <p:cNvGrpSpPr/>
          <p:nvPr/>
        </p:nvGrpSpPr>
        <p:grpSpPr>
          <a:xfrm>
            <a:off x="1028700" y="495300"/>
            <a:ext cx="17259300" cy="218203"/>
            <a:chOff x="1028700" y="723900"/>
            <a:chExt cx="17259300" cy="218203"/>
          </a:xfrm>
          <a:solidFill>
            <a:schemeClr val="bg1"/>
          </a:solidFill>
        </p:grpSpPr>
        <p:sp>
          <p:nvSpPr>
            <p:cNvPr id="6" name="AutoShape 6"/>
            <p:cNvSpPr/>
            <p:nvPr/>
          </p:nvSpPr>
          <p:spPr>
            <a:xfrm>
              <a:off x="1044000" y="826884"/>
              <a:ext cx="17244000" cy="20795"/>
            </a:xfrm>
            <a:prstGeom prst="rect">
              <a:avLst/>
            </a:prstGeom>
            <a:grpFill/>
          </p:spPr>
          <p:txBody>
            <a:bodyPr/>
            <a:lstStyle/>
            <a:p>
              <a:endParaRPr lang="en-US"/>
            </a:p>
          </p:txBody>
        </p:sp>
        <p:sp>
          <p:nvSpPr>
            <p:cNvPr id="7" name="AutoShape 7"/>
            <p:cNvSpPr/>
            <p:nvPr/>
          </p:nvSpPr>
          <p:spPr>
            <a:xfrm>
              <a:off x="1028700" y="723900"/>
              <a:ext cx="219025" cy="209643"/>
            </a:xfrm>
            <a:prstGeom prst="rect">
              <a:avLst/>
            </a:prstGeom>
            <a:grpFill/>
          </p:spPr>
          <p:txBody>
            <a:bodyPr/>
            <a:lstStyle/>
            <a:p>
              <a:endParaRPr lang="en-US"/>
            </a:p>
          </p:txBody>
        </p:sp>
        <p:sp>
          <p:nvSpPr>
            <p:cNvPr id="8" name="AutoShape 8"/>
            <p:cNvSpPr/>
            <p:nvPr/>
          </p:nvSpPr>
          <p:spPr>
            <a:xfrm>
              <a:off x="6856574" y="732460"/>
              <a:ext cx="219025" cy="209643"/>
            </a:xfrm>
            <a:prstGeom prst="rect">
              <a:avLst/>
            </a:prstGeom>
            <a:grpFill/>
          </p:spPr>
          <p:txBody>
            <a:bodyPr/>
            <a:lstStyle/>
            <a:p>
              <a:endParaRPr lang="en-US"/>
            </a:p>
          </p:txBody>
        </p:sp>
        <p:sp>
          <p:nvSpPr>
            <p:cNvPr id="9" name="AutoShape 9"/>
            <p:cNvSpPr/>
            <p:nvPr/>
          </p:nvSpPr>
          <p:spPr>
            <a:xfrm>
              <a:off x="12684448" y="732460"/>
              <a:ext cx="219025" cy="209643"/>
            </a:xfrm>
            <a:prstGeom prst="rect">
              <a:avLst/>
            </a:prstGeom>
            <a:grpFill/>
          </p:spPr>
          <p:txBody>
            <a:bodyPr/>
            <a:lstStyle/>
            <a:p>
              <a:endParaRPr lang="en-US"/>
            </a:p>
          </p:txBody>
        </p:sp>
      </p:grpSp>
      <p:pic>
        <p:nvPicPr>
          <p:cNvPr id="12" name="Graphic 11" descr="Head with gears">
            <a:extLst>
              <a:ext uri="{FF2B5EF4-FFF2-40B4-BE49-F238E27FC236}">
                <a16:creationId xmlns:a16="http://schemas.microsoft.com/office/drawing/2014/main" id="{24660D36-8AF2-4286-AAA9-78D28F426CF7}"/>
              </a:ext>
            </a:extLst>
          </p:cNvPr>
          <p:cNvPicPr>
            <a:picLocks noChangeAspect="1"/>
          </p:cNvPicPr>
          <p:nvPr/>
        </p:nvPicPr>
        <p:blipFill>
          <a:blip r:embed="rId4">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flipH="1">
            <a:off x="643741" y="1676834"/>
            <a:ext cx="1207968" cy="1207968"/>
          </a:xfrm>
          <a:prstGeom prst="rect">
            <a:avLst/>
          </a:prstGeom>
        </p:spPr>
      </p:pic>
      <p:sp>
        <p:nvSpPr>
          <p:cNvPr id="18" name="Footer Placeholder 9">
            <a:extLst>
              <a:ext uri="{FF2B5EF4-FFF2-40B4-BE49-F238E27FC236}">
                <a16:creationId xmlns:a16="http://schemas.microsoft.com/office/drawing/2014/main" id="{28DCC937-298F-458D-B2D1-4B0524F6D728}"/>
              </a:ext>
            </a:extLst>
          </p:cNvPr>
          <p:cNvSpPr txBox="1">
            <a:spLocks/>
          </p:cNvSpPr>
          <p:nvPr/>
        </p:nvSpPr>
        <p:spPr>
          <a:xfrm>
            <a:off x="15163800" y="9715499"/>
            <a:ext cx="2895600"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endParaRPr lang="en-US" dirty="0">
              <a:solidFill>
                <a:schemeClr val="bg1"/>
              </a:solidFill>
              <a:latin typeface="Arial" panose="020B0604020202020204" pitchFamily="34" charset="0"/>
              <a:cs typeface="Arial" panose="020B0604020202020204" pitchFamily="34" charset="0"/>
            </a:endParaRPr>
          </a:p>
        </p:txBody>
      </p:sp>
      <p:sp>
        <p:nvSpPr>
          <p:cNvPr id="14" name="Slide Number Placeholder 10">
            <a:extLst>
              <a:ext uri="{FF2B5EF4-FFF2-40B4-BE49-F238E27FC236}">
                <a16:creationId xmlns:a16="http://schemas.microsoft.com/office/drawing/2014/main" id="{2CC8EE72-4EB2-A843-A602-EEAF09A8A808}"/>
              </a:ext>
            </a:extLst>
          </p:cNvPr>
          <p:cNvSpPr txBox="1">
            <a:spLocks/>
          </p:cNvSpPr>
          <p:nvPr/>
        </p:nvSpPr>
        <p:spPr>
          <a:xfrm>
            <a:off x="17526000" y="164563"/>
            <a:ext cx="478452" cy="347857"/>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6F15528-21DE-4FAA-801E-634DDDAF4B2B}" type="slidenum">
              <a:rPr lang="en-US" smtClean="0">
                <a:solidFill>
                  <a:schemeClr val="bg1"/>
                </a:solidFill>
                <a:latin typeface="Arial" panose="020B0604020202020204" pitchFamily="34" charset="0"/>
                <a:cs typeface="Arial" panose="020B0604020202020204" pitchFamily="34" charset="0"/>
              </a:rPr>
              <a:pPr/>
              <a:t>8</a:t>
            </a:fld>
            <a:endParaRPr lang="en-US" dirty="0">
              <a:solidFill>
                <a:schemeClr val="bg1"/>
              </a:solidFill>
              <a:latin typeface="Arial" panose="020B0604020202020204" pitchFamily="34" charset="0"/>
              <a:cs typeface="Arial" panose="020B0604020202020204" pitchFamily="34" charset="0"/>
            </a:endParaRPr>
          </a:p>
        </p:txBody>
      </p:sp>
      <p:sp>
        <p:nvSpPr>
          <p:cNvPr id="16" name="Footer Placeholder 9">
            <a:extLst>
              <a:ext uri="{FF2B5EF4-FFF2-40B4-BE49-F238E27FC236}">
                <a16:creationId xmlns:a16="http://schemas.microsoft.com/office/drawing/2014/main" id="{AB9BE680-5A93-6744-9278-BEC84DF3AC8D}"/>
              </a:ext>
            </a:extLst>
          </p:cNvPr>
          <p:cNvSpPr>
            <a:spLocks noGrp="1"/>
          </p:cNvSpPr>
          <p:nvPr>
            <p:ph type="ftr" sz="quarter" idx="11"/>
          </p:nvPr>
        </p:nvSpPr>
        <p:spPr>
          <a:xfrm>
            <a:off x="533400" y="9715499"/>
            <a:ext cx="6019800" cy="442894"/>
          </a:xfrm>
        </p:spPr>
        <p:txBody>
          <a:bodyPr/>
          <a:lstStyle/>
          <a:p>
            <a:pPr algn="l"/>
            <a:r>
              <a:rPr lang="en-US" b="1" dirty="0">
                <a:solidFill>
                  <a:schemeClr val="bg1"/>
                </a:solidFill>
                <a:latin typeface="Arial" panose="020B0604020202020204" pitchFamily="34" charset="0"/>
                <a:cs typeface="Arial" panose="020B0604020202020204" pitchFamily="34" charset="0"/>
              </a:rPr>
              <a:t>ICTSAD507 </a:t>
            </a:r>
            <a:r>
              <a:rPr lang="en-US" dirty="0">
                <a:solidFill>
                  <a:schemeClr val="bg1"/>
                </a:solidFill>
                <a:latin typeface="Arial" panose="020B0604020202020204" pitchFamily="34" charset="0"/>
                <a:cs typeface="Arial" panose="020B0604020202020204" pitchFamily="34" charset="0"/>
              </a:rPr>
              <a:t>Design and implement quality assurance processes for business solutions </a:t>
            </a:r>
          </a:p>
        </p:txBody>
      </p:sp>
    </p:spTree>
    <p:extLst>
      <p:ext uri="{BB962C8B-B14F-4D97-AF65-F5344CB8AC3E}">
        <p14:creationId xmlns:p14="http://schemas.microsoft.com/office/powerpoint/2010/main" val="47164347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3"/>
          <p:cNvSpPr txBox="1"/>
          <p:nvPr/>
        </p:nvSpPr>
        <p:spPr>
          <a:xfrm>
            <a:off x="5603551" y="8746411"/>
            <a:ext cx="11716295" cy="717197"/>
          </a:xfrm>
          <a:prstGeom prst="rect">
            <a:avLst/>
          </a:prstGeom>
        </p:spPr>
        <p:txBody>
          <a:bodyPr lIns="0" tIns="0" rIns="0" bIns="0" rtlCol="0" anchor="t">
            <a:spAutoFit/>
          </a:bodyPr>
          <a:lstStyle/>
          <a:p>
            <a:pPr algn="r">
              <a:lnSpc>
                <a:spcPts val="5759"/>
              </a:lnSpc>
            </a:pPr>
            <a:r>
              <a:rPr lang="en-US" sz="4800" spc="192" dirty="0">
                <a:solidFill>
                  <a:srgbClr val="F4F8F3"/>
                </a:solidFill>
                <a:latin typeface="Montserrat Light"/>
              </a:rPr>
              <a:t>Topic 1: Insert topic title </a:t>
            </a:r>
          </a:p>
        </p:txBody>
      </p:sp>
      <p:grpSp>
        <p:nvGrpSpPr>
          <p:cNvPr id="5" name="Group 5"/>
          <p:cNvGrpSpPr/>
          <p:nvPr/>
        </p:nvGrpSpPr>
        <p:grpSpPr>
          <a:xfrm>
            <a:off x="1028700" y="446788"/>
            <a:ext cx="17244000" cy="220040"/>
            <a:chOff x="0" y="0"/>
            <a:chExt cx="23454501" cy="293386"/>
          </a:xfrm>
          <a:solidFill>
            <a:srgbClr val="00667A"/>
          </a:solidFill>
        </p:grpSpPr>
        <p:sp>
          <p:nvSpPr>
            <p:cNvPr id="6" name="AutoShape 6"/>
            <p:cNvSpPr/>
            <p:nvPr/>
          </p:nvSpPr>
          <p:spPr>
            <a:xfrm>
              <a:off x="0" y="125899"/>
              <a:ext cx="23454501" cy="27726"/>
            </a:xfrm>
            <a:prstGeom prst="rect">
              <a:avLst/>
            </a:prstGeom>
            <a:grpFill/>
          </p:spPr>
          <p:txBody>
            <a:bodyPr/>
            <a:lstStyle/>
            <a:p>
              <a:endParaRPr lang="en-US"/>
            </a:p>
          </p:txBody>
        </p:sp>
        <p:sp>
          <p:nvSpPr>
            <p:cNvPr id="7" name="AutoShape 7"/>
            <p:cNvSpPr/>
            <p:nvPr/>
          </p:nvSpPr>
          <p:spPr>
            <a:xfrm>
              <a:off x="0" y="13863"/>
              <a:ext cx="292033" cy="279524"/>
            </a:xfrm>
            <a:prstGeom prst="rect">
              <a:avLst/>
            </a:prstGeom>
            <a:grpFill/>
          </p:spPr>
          <p:txBody>
            <a:bodyPr/>
            <a:lstStyle/>
            <a:p>
              <a:endParaRPr lang="en-US"/>
            </a:p>
          </p:txBody>
        </p:sp>
        <p:sp>
          <p:nvSpPr>
            <p:cNvPr id="8" name="AutoShape 8"/>
            <p:cNvSpPr/>
            <p:nvPr/>
          </p:nvSpPr>
          <p:spPr>
            <a:xfrm>
              <a:off x="7770499" y="0"/>
              <a:ext cx="292033" cy="279524"/>
            </a:xfrm>
            <a:prstGeom prst="rect">
              <a:avLst/>
            </a:prstGeom>
            <a:grpFill/>
          </p:spPr>
          <p:txBody>
            <a:bodyPr/>
            <a:lstStyle/>
            <a:p>
              <a:endParaRPr lang="en-US"/>
            </a:p>
          </p:txBody>
        </p:sp>
        <p:sp>
          <p:nvSpPr>
            <p:cNvPr id="9" name="AutoShape 9"/>
            <p:cNvSpPr/>
            <p:nvPr/>
          </p:nvSpPr>
          <p:spPr>
            <a:xfrm>
              <a:off x="15540998" y="0"/>
              <a:ext cx="292033" cy="279524"/>
            </a:xfrm>
            <a:prstGeom prst="rect">
              <a:avLst/>
            </a:prstGeom>
            <a:grpFill/>
          </p:spPr>
          <p:txBody>
            <a:bodyPr/>
            <a:lstStyle/>
            <a:p>
              <a:endParaRPr lang="en-US"/>
            </a:p>
          </p:txBody>
        </p:sp>
      </p:grpSp>
      <p:sp>
        <p:nvSpPr>
          <p:cNvPr id="12" name="AutoShape 2">
            <a:extLst>
              <a:ext uri="{FF2B5EF4-FFF2-40B4-BE49-F238E27FC236}">
                <a16:creationId xmlns:a16="http://schemas.microsoft.com/office/drawing/2014/main" id="{54B605DE-63C5-4B19-89D4-FD69EFF21B44}"/>
              </a:ext>
            </a:extLst>
          </p:cNvPr>
          <p:cNvSpPr/>
          <p:nvPr/>
        </p:nvSpPr>
        <p:spPr>
          <a:xfrm>
            <a:off x="0" y="7886700"/>
            <a:ext cx="18288000" cy="1621070"/>
          </a:xfrm>
          <a:prstGeom prst="rect">
            <a:avLst/>
          </a:prstGeom>
          <a:solidFill>
            <a:srgbClr val="00667A"/>
          </a:solidFill>
        </p:spPr>
        <p:txBody>
          <a:bodyPr/>
          <a:lstStyle/>
          <a:p>
            <a:endParaRPr lang="en-AU"/>
          </a:p>
        </p:txBody>
      </p:sp>
      <p:sp>
        <p:nvSpPr>
          <p:cNvPr id="13" name="TextBox 3">
            <a:extLst>
              <a:ext uri="{FF2B5EF4-FFF2-40B4-BE49-F238E27FC236}">
                <a16:creationId xmlns:a16="http://schemas.microsoft.com/office/drawing/2014/main" id="{A31A0CE9-BF08-435F-8682-EFAE4D36D398}"/>
              </a:ext>
            </a:extLst>
          </p:cNvPr>
          <p:cNvSpPr txBox="1"/>
          <p:nvPr/>
        </p:nvSpPr>
        <p:spPr>
          <a:xfrm>
            <a:off x="990600" y="8325338"/>
            <a:ext cx="16745495" cy="697948"/>
          </a:xfrm>
          <a:prstGeom prst="rect">
            <a:avLst/>
          </a:prstGeom>
        </p:spPr>
        <p:txBody>
          <a:bodyPr wrap="square" lIns="0" tIns="0" rIns="0" bIns="0" rtlCol="0" anchor="t">
            <a:spAutoFit/>
          </a:bodyPr>
          <a:lstStyle/>
          <a:p>
            <a:pPr algn="r">
              <a:lnSpc>
                <a:spcPts val="5759"/>
              </a:lnSpc>
            </a:pPr>
            <a:r>
              <a:rPr lang="en-US" sz="4600" spc="192" dirty="0">
                <a:solidFill>
                  <a:schemeClr val="bg1"/>
                </a:solidFill>
                <a:latin typeface="Arial" panose="020B0604020202020204" pitchFamily="34" charset="0"/>
                <a:cs typeface="Arial" panose="020B0604020202020204" pitchFamily="34" charset="0"/>
              </a:rPr>
              <a:t>Topic 1: Planning</a:t>
            </a:r>
          </a:p>
        </p:txBody>
      </p:sp>
      <p:sp>
        <p:nvSpPr>
          <p:cNvPr id="17" name="TextBox 4">
            <a:extLst>
              <a:ext uri="{FF2B5EF4-FFF2-40B4-BE49-F238E27FC236}">
                <a16:creationId xmlns:a16="http://schemas.microsoft.com/office/drawing/2014/main" id="{EAC90A64-36BA-4EF5-BA95-DA478EAEA9E6}"/>
              </a:ext>
            </a:extLst>
          </p:cNvPr>
          <p:cNvSpPr txBox="1"/>
          <p:nvPr/>
        </p:nvSpPr>
        <p:spPr>
          <a:xfrm>
            <a:off x="1028700" y="1676834"/>
            <a:ext cx="12687300" cy="2557880"/>
          </a:xfrm>
          <a:prstGeom prst="rect">
            <a:avLst/>
          </a:prstGeom>
        </p:spPr>
        <p:txBody>
          <a:bodyPr wrap="square" lIns="0" tIns="0" rIns="0" bIns="0" rtlCol="0" anchor="t">
            <a:spAutoFit/>
          </a:bodyPr>
          <a:lstStyle/>
          <a:p>
            <a:pPr>
              <a:lnSpc>
                <a:spcPct val="114000"/>
              </a:lnSpc>
              <a:spcBef>
                <a:spcPts val="600"/>
              </a:spcBef>
              <a:spcAft>
                <a:spcPts val="600"/>
              </a:spcAft>
            </a:pPr>
            <a:r>
              <a:rPr lang="en-US" sz="3200" b="1" spc="25" dirty="0">
                <a:solidFill>
                  <a:srgbClr val="00667A"/>
                </a:solidFill>
                <a:latin typeface="Arial" panose="020B0604020202020204" pitchFamily="34" charset="0"/>
                <a:cs typeface="Arial" panose="020B0604020202020204" pitchFamily="34" charset="0"/>
              </a:rPr>
              <a:t>QUALITY ASSURANCE STANDARDS</a:t>
            </a:r>
          </a:p>
          <a:p>
            <a:pPr marL="457200" indent="-457200">
              <a:lnSpc>
                <a:spcPct val="114000"/>
              </a:lnSpc>
              <a:spcBef>
                <a:spcPts val="600"/>
              </a:spcBef>
              <a:spcAft>
                <a:spcPts val="600"/>
              </a:spcAft>
              <a:buFont typeface="Arial" panose="020B0604020202020204" pitchFamily="34" charset="0"/>
              <a:buChar char="•"/>
            </a:pPr>
            <a:r>
              <a:rPr lang="en-US" sz="3000" spc="25" dirty="0">
                <a:solidFill>
                  <a:srgbClr val="00667A"/>
                </a:solidFill>
                <a:latin typeface="Arial" panose="020B0604020202020204" pitchFamily="34" charset="0"/>
                <a:cs typeface="Arial" panose="020B0604020202020204" pitchFamily="34" charset="0"/>
              </a:rPr>
              <a:t>International Organization for Standardization (ISO)</a:t>
            </a:r>
          </a:p>
          <a:p>
            <a:pPr marL="457200" indent="-457200">
              <a:lnSpc>
                <a:spcPct val="114000"/>
              </a:lnSpc>
              <a:spcBef>
                <a:spcPts val="600"/>
              </a:spcBef>
              <a:spcAft>
                <a:spcPts val="600"/>
              </a:spcAft>
              <a:buFont typeface="Arial" panose="020B0604020202020204" pitchFamily="34" charset="0"/>
              <a:buChar char="•"/>
            </a:pPr>
            <a:r>
              <a:rPr lang="en-US" sz="3000" spc="25" dirty="0">
                <a:solidFill>
                  <a:srgbClr val="00667A"/>
                </a:solidFill>
                <a:latin typeface="Arial" panose="020B0604020202020204" pitchFamily="34" charset="0"/>
                <a:cs typeface="Arial" panose="020B0604020202020204" pitchFamily="34" charset="0"/>
              </a:rPr>
              <a:t>International Electrotechnical Commission (IEC) standards</a:t>
            </a:r>
          </a:p>
          <a:p>
            <a:pPr marL="457200" indent="-457200">
              <a:lnSpc>
                <a:spcPct val="114000"/>
              </a:lnSpc>
              <a:spcBef>
                <a:spcPts val="600"/>
              </a:spcBef>
              <a:spcAft>
                <a:spcPts val="600"/>
              </a:spcAft>
              <a:buFont typeface="Arial" panose="020B0604020202020204" pitchFamily="34" charset="0"/>
              <a:buChar char="•"/>
            </a:pPr>
            <a:r>
              <a:rPr lang="en-US" sz="3000" spc="25" dirty="0">
                <a:solidFill>
                  <a:srgbClr val="00667A"/>
                </a:solidFill>
                <a:latin typeface="Arial" panose="020B0604020202020204" pitchFamily="34" charset="0"/>
                <a:cs typeface="Arial" panose="020B0604020202020204" pitchFamily="34" charset="0"/>
              </a:rPr>
              <a:t>Australian Standards (AS)</a:t>
            </a:r>
          </a:p>
        </p:txBody>
      </p:sp>
      <p:sp>
        <p:nvSpPr>
          <p:cNvPr id="14" name="Slide Number Placeholder 10">
            <a:extLst>
              <a:ext uri="{FF2B5EF4-FFF2-40B4-BE49-F238E27FC236}">
                <a16:creationId xmlns:a16="http://schemas.microsoft.com/office/drawing/2014/main" id="{5BC0C534-ADAF-D84D-81C8-2A1D2405EFB8}"/>
              </a:ext>
            </a:extLst>
          </p:cNvPr>
          <p:cNvSpPr txBox="1">
            <a:spLocks/>
          </p:cNvSpPr>
          <p:nvPr/>
        </p:nvSpPr>
        <p:spPr>
          <a:xfrm>
            <a:off x="17526000" y="164563"/>
            <a:ext cx="478452" cy="347857"/>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6F15528-21DE-4FAA-801E-634DDDAF4B2B}" type="slidenum">
              <a:rPr lang="en-US" b="1" smtClean="0">
                <a:solidFill>
                  <a:srgbClr val="31859C"/>
                </a:solidFill>
                <a:latin typeface="Arial" panose="020B0604020202020204" pitchFamily="34" charset="0"/>
                <a:cs typeface="Arial" panose="020B0604020202020204" pitchFamily="34" charset="0"/>
              </a:rPr>
              <a:pPr/>
              <a:t>9</a:t>
            </a:fld>
            <a:endParaRPr lang="en-US" b="1" dirty="0">
              <a:solidFill>
                <a:srgbClr val="31859C"/>
              </a:solidFill>
              <a:latin typeface="Arial" panose="020B0604020202020204" pitchFamily="34" charset="0"/>
              <a:cs typeface="Arial" panose="020B0604020202020204" pitchFamily="34" charset="0"/>
            </a:endParaRPr>
          </a:p>
        </p:txBody>
      </p:sp>
      <p:sp>
        <p:nvSpPr>
          <p:cNvPr id="16" name="Footer Placeholder 9">
            <a:extLst>
              <a:ext uri="{FF2B5EF4-FFF2-40B4-BE49-F238E27FC236}">
                <a16:creationId xmlns:a16="http://schemas.microsoft.com/office/drawing/2014/main" id="{91238751-4B41-A64D-9256-38165806A582}"/>
              </a:ext>
            </a:extLst>
          </p:cNvPr>
          <p:cNvSpPr txBox="1">
            <a:spLocks/>
          </p:cNvSpPr>
          <p:nvPr/>
        </p:nvSpPr>
        <p:spPr>
          <a:xfrm>
            <a:off x="15163800" y="9715499"/>
            <a:ext cx="2895600"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endParaRPr lang="en-US" dirty="0">
              <a:solidFill>
                <a:srgbClr val="00667A"/>
              </a:solidFill>
              <a:latin typeface="Arial" panose="020B0604020202020204" pitchFamily="34" charset="0"/>
              <a:cs typeface="Arial" panose="020B0604020202020204" pitchFamily="34" charset="0"/>
            </a:endParaRPr>
          </a:p>
        </p:txBody>
      </p:sp>
      <p:sp>
        <p:nvSpPr>
          <p:cNvPr id="15" name="Footer Placeholder 9">
            <a:extLst>
              <a:ext uri="{FF2B5EF4-FFF2-40B4-BE49-F238E27FC236}">
                <a16:creationId xmlns:a16="http://schemas.microsoft.com/office/drawing/2014/main" id="{976232BB-FC90-084A-A77F-98BBE7BA4C6D}"/>
              </a:ext>
            </a:extLst>
          </p:cNvPr>
          <p:cNvSpPr>
            <a:spLocks noGrp="1"/>
          </p:cNvSpPr>
          <p:nvPr>
            <p:ph type="ftr" sz="quarter" idx="11"/>
          </p:nvPr>
        </p:nvSpPr>
        <p:spPr>
          <a:xfrm>
            <a:off x="533400" y="9715499"/>
            <a:ext cx="6019800" cy="442894"/>
          </a:xfrm>
        </p:spPr>
        <p:txBody>
          <a:bodyPr/>
          <a:lstStyle/>
          <a:p>
            <a:pPr algn="l"/>
            <a:r>
              <a:rPr lang="en-US" b="1" dirty="0">
                <a:solidFill>
                  <a:srgbClr val="00667A"/>
                </a:solidFill>
                <a:latin typeface="Arial" panose="020B0604020202020204" pitchFamily="34" charset="0"/>
                <a:cs typeface="Arial" panose="020B0604020202020204" pitchFamily="34" charset="0"/>
              </a:rPr>
              <a:t>ICTSAD507 </a:t>
            </a:r>
            <a:r>
              <a:rPr lang="en-US" dirty="0">
                <a:solidFill>
                  <a:srgbClr val="00667A"/>
                </a:solidFill>
                <a:latin typeface="Arial" panose="020B0604020202020204" pitchFamily="34" charset="0"/>
                <a:cs typeface="Arial" panose="020B0604020202020204" pitchFamily="34" charset="0"/>
              </a:rPr>
              <a:t>Design and implement quality assurance processes for business solutions </a:t>
            </a:r>
          </a:p>
        </p:txBody>
      </p:sp>
    </p:spTree>
    <p:extLst>
      <p:ext uri="{BB962C8B-B14F-4D97-AF65-F5344CB8AC3E}">
        <p14:creationId xmlns:p14="http://schemas.microsoft.com/office/powerpoint/2010/main" val="422836326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3"/>
          <p:cNvSpPr txBox="1"/>
          <p:nvPr/>
        </p:nvSpPr>
        <p:spPr>
          <a:xfrm>
            <a:off x="5603551" y="8746411"/>
            <a:ext cx="11716295" cy="717197"/>
          </a:xfrm>
          <a:prstGeom prst="rect">
            <a:avLst/>
          </a:prstGeom>
        </p:spPr>
        <p:txBody>
          <a:bodyPr lIns="0" tIns="0" rIns="0" bIns="0" rtlCol="0" anchor="t">
            <a:spAutoFit/>
          </a:bodyPr>
          <a:lstStyle/>
          <a:p>
            <a:pPr algn="r">
              <a:lnSpc>
                <a:spcPts val="5759"/>
              </a:lnSpc>
            </a:pPr>
            <a:r>
              <a:rPr lang="en-US" sz="4800" spc="192" dirty="0">
                <a:solidFill>
                  <a:srgbClr val="F4F8F3"/>
                </a:solidFill>
                <a:latin typeface="Montserrat Light"/>
              </a:rPr>
              <a:t>Topic 1: Insert topic title </a:t>
            </a:r>
          </a:p>
        </p:txBody>
      </p:sp>
      <p:grpSp>
        <p:nvGrpSpPr>
          <p:cNvPr id="5" name="Group 5"/>
          <p:cNvGrpSpPr/>
          <p:nvPr/>
        </p:nvGrpSpPr>
        <p:grpSpPr>
          <a:xfrm>
            <a:off x="1028700" y="446788"/>
            <a:ext cx="17244000" cy="220040"/>
            <a:chOff x="0" y="0"/>
            <a:chExt cx="23454501" cy="293386"/>
          </a:xfrm>
          <a:solidFill>
            <a:srgbClr val="00667A"/>
          </a:solidFill>
        </p:grpSpPr>
        <p:sp>
          <p:nvSpPr>
            <p:cNvPr id="6" name="AutoShape 6"/>
            <p:cNvSpPr/>
            <p:nvPr/>
          </p:nvSpPr>
          <p:spPr>
            <a:xfrm>
              <a:off x="0" y="125899"/>
              <a:ext cx="23454501" cy="27726"/>
            </a:xfrm>
            <a:prstGeom prst="rect">
              <a:avLst/>
            </a:prstGeom>
            <a:grpFill/>
          </p:spPr>
          <p:txBody>
            <a:bodyPr/>
            <a:lstStyle/>
            <a:p>
              <a:endParaRPr lang="en-US"/>
            </a:p>
          </p:txBody>
        </p:sp>
        <p:sp>
          <p:nvSpPr>
            <p:cNvPr id="7" name="AutoShape 7"/>
            <p:cNvSpPr/>
            <p:nvPr/>
          </p:nvSpPr>
          <p:spPr>
            <a:xfrm>
              <a:off x="0" y="13863"/>
              <a:ext cx="292033" cy="279524"/>
            </a:xfrm>
            <a:prstGeom prst="rect">
              <a:avLst/>
            </a:prstGeom>
            <a:grpFill/>
          </p:spPr>
          <p:txBody>
            <a:bodyPr/>
            <a:lstStyle/>
            <a:p>
              <a:endParaRPr lang="en-US"/>
            </a:p>
          </p:txBody>
        </p:sp>
        <p:sp>
          <p:nvSpPr>
            <p:cNvPr id="8" name="AutoShape 8"/>
            <p:cNvSpPr/>
            <p:nvPr/>
          </p:nvSpPr>
          <p:spPr>
            <a:xfrm>
              <a:off x="7770499" y="0"/>
              <a:ext cx="292033" cy="279524"/>
            </a:xfrm>
            <a:prstGeom prst="rect">
              <a:avLst/>
            </a:prstGeom>
            <a:grpFill/>
          </p:spPr>
          <p:txBody>
            <a:bodyPr/>
            <a:lstStyle/>
            <a:p>
              <a:endParaRPr lang="en-US"/>
            </a:p>
          </p:txBody>
        </p:sp>
        <p:sp>
          <p:nvSpPr>
            <p:cNvPr id="9" name="AutoShape 9"/>
            <p:cNvSpPr/>
            <p:nvPr/>
          </p:nvSpPr>
          <p:spPr>
            <a:xfrm>
              <a:off x="15540998" y="0"/>
              <a:ext cx="292033" cy="279524"/>
            </a:xfrm>
            <a:prstGeom prst="rect">
              <a:avLst/>
            </a:prstGeom>
            <a:grpFill/>
          </p:spPr>
          <p:txBody>
            <a:bodyPr/>
            <a:lstStyle/>
            <a:p>
              <a:endParaRPr lang="en-US"/>
            </a:p>
          </p:txBody>
        </p:sp>
      </p:grpSp>
      <p:sp>
        <p:nvSpPr>
          <p:cNvPr id="12" name="AutoShape 2">
            <a:extLst>
              <a:ext uri="{FF2B5EF4-FFF2-40B4-BE49-F238E27FC236}">
                <a16:creationId xmlns:a16="http://schemas.microsoft.com/office/drawing/2014/main" id="{54B605DE-63C5-4B19-89D4-FD69EFF21B44}"/>
              </a:ext>
            </a:extLst>
          </p:cNvPr>
          <p:cNvSpPr/>
          <p:nvPr/>
        </p:nvSpPr>
        <p:spPr>
          <a:xfrm>
            <a:off x="0" y="7886700"/>
            <a:ext cx="18288000" cy="1621070"/>
          </a:xfrm>
          <a:prstGeom prst="rect">
            <a:avLst/>
          </a:prstGeom>
          <a:solidFill>
            <a:srgbClr val="00667A"/>
          </a:solidFill>
        </p:spPr>
        <p:txBody>
          <a:bodyPr/>
          <a:lstStyle/>
          <a:p>
            <a:endParaRPr lang="en-AU"/>
          </a:p>
        </p:txBody>
      </p:sp>
      <p:sp>
        <p:nvSpPr>
          <p:cNvPr id="13" name="TextBox 3">
            <a:extLst>
              <a:ext uri="{FF2B5EF4-FFF2-40B4-BE49-F238E27FC236}">
                <a16:creationId xmlns:a16="http://schemas.microsoft.com/office/drawing/2014/main" id="{A31A0CE9-BF08-435F-8682-EFAE4D36D398}"/>
              </a:ext>
            </a:extLst>
          </p:cNvPr>
          <p:cNvSpPr txBox="1"/>
          <p:nvPr/>
        </p:nvSpPr>
        <p:spPr>
          <a:xfrm>
            <a:off x="990600" y="8325338"/>
            <a:ext cx="16745495" cy="697948"/>
          </a:xfrm>
          <a:prstGeom prst="rect">
            <a:avLst/>
          </a:prstGeom>
        </p:spPr>
        <p:txBody>
          <a:bodyPr wrap="square" lIns="0" tIns="0" rIns="0" bIns="0" rtlCol="0" anchor="t">
            <a:spAutoFit/>
          </a:bodyPr>
          <a:lstStyle/>
          <a:p>
            <a:pPr algn="r">
              <a:lnSpc>
                <a:spcPts val="5759"/>
              </a:lnSpc>
            </a:pPr>
            <a:r>
              <a:rPr lang="en-US" sz="4600" spc="192" dirty="0">
                <a:solidFill>
                  <a:schemeClr val="bg1"/>
                </a:solidFill>
                <a:latin typeface="Arial" panose="020B0604020202020204" pitchFamily="34" charset="0"/>
                <a:cs typeface="Arial" panose="020B0604020202020204" pitchFamily="34" charset="0"/>
              </a:rPr>
              <a:t>Topic 1: Planning</a:t>
            </a:r>
          </a:p>
        </p:txBody>
      </p:sp>
      <p:sp>
        <p:nvSpPr>
          <p:cNvPr id="17" name="TextBox 4">
            <a:extLst>
              <a:ext uri="{FF2B5EF4-FFF2-40B4-BE49-F238E27FC236}">
                <a16:creationId xmlns:a16="http://schemas.microsoft.com/office/drawing/2014/main" id="{EAC90A64-36BA-4EF5-BA95-DA478EAEA9E6}"/>
              </a:ext>
            </a:extLst>
          </p:cNvPr>
          <p:cNvSpPr txBox="1"/>
          <p:nvPr/>
        </p:nvSpPr>
        <p:spPr>
          <a:xfrm>
            <a:off x="1028700" y="1676834"/>
            <a:ext cx="12687300" cy="2930289"/>
          </a:xfrm>
          <a:prstGeom prst="rect">
            <a:avLst/>
          </a:prstGeom>
        </p:spPr>
        <p:txBody>
          <a:bodyPr wrap="square" lIns="0" tIns="0" rIns="0" bIns="0" rtlCol="0" anchor="t">
            <a:spAutoFit/>
          </a:bodyPr>
          <a:lstStyle/>
          <a:p>
            <a:pPr>
              <a:lnSpc>
                <a:spcPct val="114000"/>
              </a:lnSpc>
              <a:spcBef>
                <a:spcPts val="600"/>
              </a:spcBef>
              <a:spcAft>
                <a:spcPts val="600"/>
              </a:spcAft>
            </a:pPr>
            <a:r>
              <a:rPr lang="en-US" sz="3200" b="1" spc="25" dirty="0">
                <a:solidFill>
                  <a:srgbClr val="00667A"/>
                </a:solidFill>
                <a:latin typeface="Arial" panose="020B0604020202020204" pitchFamily="34" charset="0"/>
                <a:cs typeface="Arial" panose="020B0604020202020204" pitchFamily="34" charset="0"/>
              </a:rPr>
              <a:t>QUALITY MANAGEMENT SYSTEMS </a:t>
            </a:r>
          </a:p>
          <a:p>
            <a:pPr marL="457200" indent="-457200">
              <a:lnSpc>
                <a:spcPct val="114000"/>
              </a:lnSpc>
              <a:spcBef>
                <a:spcPts val="600"/>
              </a:spcBef>
              <a:spcAft>
                <a:spcPts val="600"/>
              </a:spcAft>
              <a:buFont typeface="Arial" panose="020B0604020202020204" pitchFamily="34" charset="0"/>
              <a:buChar char="•"/>
            </a:pPr>
            <a:r>
              <a:rPr lang="en-US" sz="3000" spc="25" dirty="0">
                <a:solidFill>
                  <a:srgbClr val="00667A"/>
                </a:solidFill>
                <a:latin typeface="Arial" panose="020B0604020202020204" pitchFamily="34" charset="0"/>
                <a:cs typeface="Arial" panose="020B0604020202020204" pitchFamily="34" charset="0"/>
              </a:rPr>
              <a:t>If a business chooses to focus on quality, then it may choose to implement a quality management system. </a:t>
            </a:r>
          </a:p>
          <a:p>
            <a:pPr marL="457200" indent="-457200">
              <a:lnSpc>
                <a:spcPct val="114000"/>
              </a:lnSpc>
              <a:spcBef>
                <a:spcPts val="600"/>
              </a:spcBef>
              <a:spcAft>
                <a:spcPts val="600"/>
              </a:spcAft>
              <a:buFont typeface="Arial" panose="020B0604020202020204" pitchFamily="34" charset="0"/>
              <a:buChar char="•"/>
            </a:pPr>
            <a:r>
              <a:rPr lang="en-US" sz="3000" spc="25" dirty="0">
                <a:solidFill>
                  <a:srgbClr val="00667A"/>
                </a:solidFill>
                <a:latin typeface="Arial" panose="020B0604020202020204" pitchFamily="34" charset="0"/>
                <a:cs typeface="Arial" panose="020B0604020202020204" pitchFamily="34" charset="0"/>
              </a:rPr>
              <a:t>A quality management system is essentially a set of business processes that help a business to deliver quality products and services.</a:t>
            </a:r>
          </a:p>
        </p:txBody>
      </p:sp>
      <p:sp>
        <p:nvSpPr>
          <p:cNvPr id="14" name="Slide Number Placeholder 10">
            <a:extLst>
              <a:ext uri="{FF2B5EF4-FFF2-40B4-BE49-F238E27FC236}">
                <a16:creationId xmlns:a16="http://schemas.microsoft.com/office/drawing/2014/main" id="{5BC0C534-ADAF-D84D-81C8-2A1D2405EFB8}"/>
              </a:ext>
            </a:extLst>
          </p:cNvPr>
          <p:cNvSpPr txBox="1">
            <a:spLocks/>
          </p:cNvSpPr>
          <p:nvPr/>
        </p:nvSpPr>
        <p:spPr>
          <a:xfrm>
            <a:off x="17526000" y="164563"/>
            <a:ext cx="478452" cy="347857"/>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6F15528-21DE-4FAA-801E-634DDDAF4B2B}" type="slidenum">
              <a:rPr lang="en-US" b="1" smtClean="0">
                <a:solidFill>
                  <a:srgbClr val="31859C"/>
                </a:solidFill>
                <a:latin typeface="Arial" panose="020B0604020202020204" pitchFamily="34" charset="0"/>
                <a:cs typeface="Arial" panose="020B0604020202020204" pitchFamily="34" charset="0"/>
              </a:rPr>
              <a:pPr/>
              <a:t>10</a:t>
            </a:fld>
            <a:endParaRPr lang="en-US" b="1" dirty="0">
              <a:solidFill>
                <a:srgbClr val="31859C"/>
              </a:solidFill>
              <a:latin typeface="Arial" panose="020B0604020202020204" pitchFamily="34" charset="0"/>
              <a:cs typeface="Arial" panose="020B0604020202020204" pitchFamily="34" charset="0"/>
            </a:endParaRPr>
          </a:p>
        </p:txBody>
      </p:sp>
      <p:sp>
        <p:nvSpPr>
          <p:cNvPr id="16" name="Footer Placeholder 9">
            <a:extLst>
              <a:ext uri="{FF2B5EF4-FFF2-40B4-BE49-F238E27FC236}">
                <a16:creationId xmlns:a16="http://schemas.microsoft.com/office/drawing/2014/main" id="{91238751-4B41-A64D-9256-38165806A582}"/>
              </a:ext>
            </a:extLst>
          </p:cNvPr>
          <p:cNvSpPr txBox="1">
            <a:spLocks/>
          </p:cNvSpPr>
          <p:nvPr/>
        </p:nvSpPr>
        <p:spPr>
          <a:xfrm>
            <a:off x="15163800" y="9715499"/>
            <a:ext cx="2895600"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endParaRPr lang="en-US" dirty="0">
              <a:solidFill>
                <a:srgbClr val="00667A"/>
              </a:solidFill>
              <a:latin typeface="Arial" panose="020B0604020202020204" pitchFamily="34" charset="0"/>
              <a:cs typeface="Arial" panose="020B0604020202020204" pitchFamily="34" charset="0"/>
            </a:endParaRPr>
          </a:p>
        </p:txBody>
      </p:sp>
      <p:sp>
        <p:nvSpPr>
          <p:cNvPr id="15" name="Footer Placeholder 9">
            <a:extLst>
              <a:ext uri="{FF2B5EF4-FFF2-40B4-BE49-F238E27FC236}">
                <a16:creationId xmlns:a16="http://schemas.microsoft.com/office/drawing/2014/main" id="{976232BB-FC90-084A-A77F-98BBE7BA4C6D}"/>
              </a:ext>
            </a:extLst>
          </p:cNvPr>
          <p:cNvSpPr>
            <a:spLocks noGrp="1"/>
          </p:cNvSpPr>
          <p:nvPr>
            <p:ph type="ftr" sz="quarter" idx="11"/>
          </p:nvPr>
        </p:nvSpPr>
        <p:spPr>
          <a:xfrm>
            <a:off x="533400" y="9715499"/>
            <a:ext cx="6019800" cy="442894"/>
          </a:xfrm>
        </p:spPr>
        <p:txBody>
          <a:bodyPr/>
          <a:lstStyle/>
          <a:p>
            <a:pPr algn="l"/>
            <a:r>
              <a:rPr lang="en-US" b="1" dirty="0">
                <a:solidFill>
                  <a:srgbClr val="00667A"/>
                </a:solidFill>
                <a:latin typeface="Arial" panose="020B0604020202020204" pitchFamily="34" charset="0"/>
                <a:cs typeface="Arial" panose="020B0604020202020204" pitchFamily="34" charset="0"/>
              </a:rPr>
              <a:t>ICTSAD507 </a:t>
            </a:r>
            <a:r>
              <a:rPr lang="en-US" dirty="0">
                <a:solidFill>
                  <a:srgbClr val="00667A"/>
                </a:solidFill>
                <a:latin typeface="Arial" panose="020B0604020202020204" pitchFamily="34" charset="0"/>
                <a:cs typeface="Arial" panose="020B0604020202020204" pitchFamily="34" charset="0"/>
              </a:rPr>
              <a:t>Design and implement quality assurance processes for business solutions </a:t>
            </a:r>
          </a:p>
        </p:txBody>
      </p:sp>
    </p:spTree>
    <p:extLst>
      <p:ext uri="{BB962C8B-B14F-4D97-AF65-F5344CB8AC3E}">
        <p14:creationId xmlns:p14="http://schemas.microsoft.com/office/powerpoint/2010/main" val="212355575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00667A"/>
        </a:solidFill>
        <a:effectLst/>
      </p:bgPr>
    </p:bg>
    <p:spTree>
      <p:nvGrpSpPr>
        <p:cNvPr id="1" name=""/>
        <p:cNvGrpSpPr/>
        <p:nvPr/>
      </p:nvGrpSpPr>
      <p:grpSpPr>
        <a:xfrm>
          <a:off x="0" y="0"/>
          <a:ext cx="0" cy="0"/>
          <a:chOff x="0" y="0"/>
          <a:chExt cx="0" cy="0"/>
        </a:xfrm>
      </p:grpSpPr>
      <p:sp>
        <p:nvSpPr>
          <p:cNvPr id="2" name="AutoShape 2"/>
          <p:cNvSpPr/>
          <p:nvPr/>
        </p:nvSpPr>
        <p:spPr>
          <a:xfrm>
            <a:off x="0" y="7886700"/>
            <a:ext cx="18288000" cy="1621070"/>
          </a:xfrm>
          <a:prstGeom prst="rect">
            <a:avLst/>
          </a:prstGeom>
          <a:solidFill>
            <a:schemeClr val="bg1"/>
          </a:solidFill>
        </p:spPr>
        <p:txBody>
          <a:bodyPr/>
          <a:lstStyle/>
          <a:p>
            <a:endParaRPr lang="en-US"/>
          </a:p>
        </p:txBody>
      </p:sp>
      <p:sp>
        <p:nvSpPr>
          <p:cNvPr id="3" name="TextBox 3"/>
          <p:cNvSpPr txBox="1"/>
          <p:nvPr/>
        </p:nvSpPr>
        <p:spPr>
          <a:xfrm>
            <a:off x="990600" y="8325338"/>
            <a:ext cx="16745495" cy="697948"/>
          </a:xfrm>
          <a:prstGeom prst="rect">
            <a:avLst/>
          </a:prstGeom>
        </p:spPr>
        <p:txBody>
          <a:bodyPr wrap="square" lIns="0" tIns="0" rIns="0" bIns="0" rtlCol="0" anchor="t">
            <a:spAutoFit/>
          </a:bodyPr>
          <a:lstStyle/>
          <a:p>
            <a:pPr algn="r">
              <a:lnSpc>
                <a:spcPts val="5759"/>
              </a:lnSpc>
            </a:pPr>
            <a:r>
              <a:rPr lang="en-US" sz="4600" spc="192" dirty="0">
                <a:solidFill>
                  <a:srgbClr val="00667A"/>
                </a:solidFill>
                <a:latin typeface="Arial" panose="020B0604020202020204" pitchFamily="34" charset="0"/>
                <a:cs typeface="Arial" panose="020B0604020202020204" pitchFamily="34" charset="0"/>
              </a:rPr>
              <a:t>Topic 1: Planning</a:t>
            </a:r>
          </a:p>
        </p:txBody>
      </p:sp>
      <p:sp>
        <p:nvSpPr>
          <p:cNvPr id="4" name="TextBox 4"/>
          <p:cNvSpPr txBox="1"/>
          <p:nvPr/>
        </p:nvSpPr>
        <p:spPr>
          <a:xfrm>
            <a:off x="2209800" y="1676834"/>
            <a:ext cx="14935200" cy="2403991"/>
          </a:xfrm>
          <a:prstGeom prst="rect">
            <a:avLst/>
          </a:prstGeom>
        </p:spPr>
        <p:txBody>
          <a:bodyPr wrap="square" lIns="0" tIns="0" rIns="0" bIns="0" rtlCol="0" anchor="t">
            <a:spAutoFit/>
          </a:bodyPr>
          <a:lstStyle/>
          <a:p>
            <a:pPr>
              <a:lnSpc>
                <a:spcPct val="114000"/>
              </a:lnSpc>
              <a:spcBef>
                <a:spcPts val="600"/>
              </a:spcBef>
              <a:spcAft>
                <a:spcPts val="600"/>
              </a:spcAft>
            </a:pPr>
            <a:r>
              <a:rPr lang="en-US" sz="3200" b="1" spc="200" dirty="0">
                <a:solidFill>
                  <a:schemeClr val="bg1"/>
                </a:solidFill>
                <a:latin typeface="Arial" panose="020B0604020202020204" pitchFamily="34" charset="0"/>
                <a:cs typeface="Arial" panose="020B0604020202020204" pitchFamily="34" charset="0"/>
              </a:rPr>
              <a:t>ACTIVITY: WATCH AND DISCUSS</a:t>
            </a:r>
            <a:endParaRPr lang="en-US" sz="2500" b="1" spc="200" dirty="0">
              <a:solidFill>
                <a:schemeClr val="bg1"/>
              </a:solidFill>
              <a:latin typeface="Arial" panose="020B0604020202020204" pitchFamily="34" charset="0"/>
              <a:cs typeface="Arial" panose="020B0604020202020204" pitchFamily="34" charset="0"/>
            </a:endParaRPr>
          </a:p>
          <a:p>
            <a:pPr>
              <a:lnSpc>
                <a:spcPct val="114000"/>
              </a:lnSpc>
              <a:spcBef>
                <a:spcPts val="600"/>
              </a:spcBef>
              <a:spcAft>
                <a:spcPts val="600"/>
              </a:spcAft>
            </a:pPr>
            <a:r>
              <a:rPr lang="en-US" sz="3000" spc="25" dirty="0">
                <a:solidFill>
                  <a:schemeClr val="bg1"/>
                </a:solidFill>
                <a:latin typeface="Arial" panose="020B0604020202020204" pitchFamily="34" charset="0"/>
                <a:cs typeface="Arial" panose="020B0604020202020204" pitchFamily="34" charset="0"/>
              </a:rPr>
              <a:t>Watch the following video from the 9000 Store, which discusses how QMS works.</a:t>
            </a:r>
          </a:p>
          <a:p>
            <a:pPr>
              <a:lnSpc>
                <a:spcPct val="114000"/>
              </a:lnSpc>
              <a:spcBef>
                <a:spcPts val="600"/>
              </a:spcBef>
              <a:spcAft>
                <a:spcPts val="600"/>
              </a:spcAft>
            </a:pPr>
            <a:r>
              <a:rPr lang="en-US" sz="3000" spc="25" dirty="0">
                <a:solidFill>
                  <a:schemeClr val="bg1"/>
                </a:solidFill>
                <a:latin typeface="Arial" panose="020B0604020202020204" pitchFamily="34" charset="0"/>
                <a:cs typeface="Arial" panose="020B0604020202020204" pitchFamily="34" charset="0"/>
              </a:rPr>
              <a:t>Video: </a:t>
            </a:r>
            <a:r>
              <a:rPr lang="en-US" sz="3000" spc="25" dirty="0">
                <a:solidFill>
                  <a:schemeClr val="bg1"/>
                </a:solidFill>
                <a:latin typeface="Arial" panose="020B0604020202020204" pitchFamily="34" charset="0"/>
                <a:cs typeface="Arial" panose="020B0604020202020204" pitchFamily="34" charset="0"/>
                <a:hlinkClick r:id="rId3"/>
              </a:rPr>
              <a:t>https://the9000store.com/iso-9001-2015-requirements/what-is-iso-9001-quality-management-system/</a:t>
            </a:r>
            <a:r>
              <a:rPr lang="en-US" sz="3000" spc="25" dirty="0">
                <a:solidFill>
                  <a:schemeClr val="bg1"/>
                </a:solidFill>
                <a:latin typeface="Arial" panose="020B0604020202020204" pitchFamily="34" charset="0"/>
                <a:cs typeface="Arial" panose="020B0604020202020204" pitchFamily="34" charset="0"/>
              </a:rPr>
              <a:t> (04:50)</a:t>
            </a:r>
          </a:p>
        </p:txBody>
      </p:sp>
      <p:grpSp>
        <p:nvGrpSpPr>
          <p:cNvPr id="17" name="Group 16">
            <a:extLst>
              <a:ext uri="{FF2B5EF4-FFF2-40B4-BE49-F238E27FC236}">
                <a16:creationId xmlns:a16="http://schemas.microsoft.com/office/drawing/2014/main" id="{9BC53F16-C04B-4406-BBF9-D518BC5BACFE}"/>
              </a:ext>
            </a:extLst>
          </p:cNvPr>
          <p:cNvGrpSpPr/>
          <p:nvPr/>
        </p:nvGrpSpPr>
        <p:grpSpPr>
          <a:xfrm>
            <a:off x="1028700" y="495300"/>
            <a:ext cx="17259300" cy="218203"/>
            <a:chOff x="1028700" y="723900"/>
            <a:chExt cx="17259300" cy="218203"/>
          </a:xfrm>
          <a:solidFill>
            <a:schemeClr val="bg1"/>
          </a:solidFill>
        </p:grpSpPr>
        <p:sp>
          <p:nvSpPr>
            <p:cNvPr id="6" name="AutoShape 6"/>
            <p:cNvSpPr/>
            <p:nvPr/>
          </p:nvSpPr>
          <p:spPr>
            <a:xfrm>
              <a:off x="1044000" y="826884"/>
              <a:ext cx="17244000" cy="20795"/>
            </a:xfrm>
            <a:prstGeom prst="rect">
              <a:avLst/>
            </a:prstGeom>
            <a:grpFill/>
          </p:spPr>
          <p:txBody>
            <a:bodyPr/>
            <a:lstStyle/>
            <a:p>
              <a:endParaRPr lang="en-US"/>
            </a:p>
          </p:txBody>
        </p:sp>
        <p:sp>
          <p:nvSpPr>
            <p:cNvPr id="7" name="AutoShape 7"/>
            <p:cNvSpPr/>
            <p:nvPr/>
          </p:nvSpPr>
          <p:spPr>
            <a:xfrm>
              <a:off x="1028700" y="723900"/>
              <a:ext cx="219025" cy="209643"/>
            </a:xfrm>
            <a:prstGeom prst="rect">
              <a:avLst/>
            </a:prstGeom>
            <a:grpFill/>
          </p:spPr>
          <p:txBody>
            <a:bodyPr/>
            <a:lstStyle/>
            <a:p>
              <a:endParaRPr lang="en-US"/>
            </a:p>
          </p:txBody>
        </p:sp>
        <p:sp>
          <p:nvSpPr>
            <p:cNvPr id="8" name="AutoShape 8"/>
            <p:cNvSpPr/>
            <p:nvPr/>
          </p:nvSpPr>
          <p:spPr>
            <a:xfrm>
              <a:off x="6856574" y="732460"/>
              <a:ext cx="219025" cy="209643"/>
            </a:xfrm>
            <a:prstGeom prst="rect">
              <a:avLst/>
            </a:prstGeom>
            <a:grpFill/>
          </p:spPr>
          <p:txBody>
            <a:bodyPr/>
            <a:lstStyle/>
            <a:p>
              <a:endParaRPr lang="en-US"/>
            </a:p>
          </p:txBody>
        </p:sp>
        <p:sp>
          <p:nvSpPr>
            <p:cNvPr id="9" name="AutoShape 9"/>
            <p:cNvSpPr/>
            <p:nvPr/>
          </p:nvSpPr>
          <p:spPr>
            <a:xfrm>
              <a:off x="12684448" y="732460"/>
              <a:ext cx="219025" cy="209643"/>
            </a:xfrm>
            <a:prstGeom prst="rect">
              <a:avLst/>
            </a:prstGeom>
            <a:grpFill/>
          </p:spPr>
          <p:txBody>
            <a:bodyPr/>
            <a:lstStyle/>
            <a:p>
              <a:endParaRPr lang="en-US"/>
            </a:p>
          </p:txBody>
        </p:sp>
      </p:grpSp>
      <p:pic>
        <p:nvPicPr>
          <p:cNvPr id="12" name="Graphic 11" descr="Head with gears">
            <a:extLst>
              <a:ext uri="{FF2B5EF4-FFF2-40B4-BE49-F238E27FC236}">
                <a16:creationId xmlns:a16="http://schemas.microsoft.com/office/drawing/2014/main" id="{24660D36-8AF2-4286-AAA9-78D28F426CF7}"/>
              </a:ext>
            </a:extLst>
          </p:cNvPr>
          <p:cNvPicPr>
            <a:picLocks noChangeAspect="1"/>
          </p:cNvPicPr>
          <p:nvPr/>
        </p:nvPicPr>
        <p:blipFill>
          <a:blip r:embed="rId4">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flipH="1">
            <a:off x="643741" y="1676834"/>
            <a:ext cx="1207968" cy="1207968"/>
          </a:xfrm>
          <a:prstGeom prst="rect">
            <a:avLst/>
          </a:prstGeom>
        </p:spPr>
      </p:pic>
      <p:sp>
        <p:nvSpPr>
          <p:cNvPr id="18" name="Footer Placeholder 9">
            <a:extLst>
              <a:ext uri="{FF2B5EF4-FFF2-40B4-BE49-F238E27FC236}">
                <a16:creationId xmlns:a16="http://schemas.microsoft.com/office/drawing/2014/main" id="{28DCC937-298F-458D-B2D1-4B0524F6D728}"/>
              </a:ext>
            </a:extLst>
          </p:cNvPr>
          <p:cNvSpPr txBox="1">
            <a:spLocks/>
          </p:cNvSpPr>
          <p:nvPr/>
        </p:nvSpPr>
        <p:spPr>
          <a:xfrm>
            <a:off x="15163800" y="9715499"/>
            <a:ext cx="2895600"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endParaRPr lang="en-US" dirty="0">
              <a:solidFill>
                <a:schemeClr val="bg1"/>
              </a:solidFill>
              <a:latin typeface="Arial" panose="020B0604020202020204" pitchFamily="34" charset="0"/>
              <a:cs typeface="Arial" panose="020B0604020202020204" pitchFamily="34" charset="0"/>
            </a:endParaRPr>
          </a:p>
        </p:txBody>
      </p:sp>
      <p:sp>
        <p:nvSpPr>
          <p:cNvPr id="14" name="Slide Number Placeholder 10">
            <a:extLst>
              <a:ext uri="{FF2B5EF4-FFF2-40B4-BE49-F238E27FC236}">
                <a16:creationId xmlns:a16="http://schemas.microsoft.com/office/drawing/2014/main" id="{2CC8EE72-4EB2-A843-A602-EEAF09A8A808}"/>
              </a:ext>
            </a:extLst>
          </p:cNvPr>
          <p:cNvSpPr txBox="1">
            <a:spLocks/>
          </p:cNvSpPr>
          <p:nvPr/>
        </p:nvSpPr>
        <p:spPr>
          <a:xfrm>
            <a:off x="17526000" y="164563"/>
            <a:ext cx="478452" cy="347857"/>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6F15528-21DE-4FAA-801E-634DDDAF4B2B}" type="slidenum">
              <a:rPr lang="en-US" smtClean="0">
                <a:solidFill>
                  <a:schemeClr val="bg1"/>
                </a:solidFill>
                <a:latin typeface="Arial" panose="020B0604020202020204" pitchFamily="34" charset="0"/>
                <a:cs typeface="Arial" panose="020B0604020202020204" pitchFamily="34" charset="0"/>
              </a:rPr>
              <a:pPr/>
              <a:t>11</a:t>
            </a:fld>
            <a:endParaRPr lang="en-US" dirty="0">
              <a:solidFill>
                <a:schemeClr val="bg1"/>
              </a:solidFill>
              <a:latin typeface="Arial" panose="020B0604020202020204" pitchFamily="34" charset="0"/>
              <a:cs typeface="Arial" panose="020B0604020202020204" pitchFamily="34" charset="0"/>
            </a:endParaRPr>
          </a:p>
        </p:txBody>
      </p:sp>
      <p:sp>
        <p:nvSpPr>
          <p:cNvPr id="16" name="Footer Placeholder 9">
            <a:extLst>
              <a:ext uri="{FF2B5EF4-FFF2-40B4-BE49-F238E27FC236}">
                <a16:creationId xmlns:a16="http://schemas.microsoft.com/office/drawing/2014/main" id="{AB9BE680-5A93-6744-9278-BEC84DF3AC8D}"/>
              </a:ext>
            </a:extLst>
          </p:cNvPr>
          <p:cNvSpPr>
            <a:spLocks noGrp="1"/>
          </p:cNvSpPr>
          <p:nvPr>
            <p:ph type="ftr" sz="quarter" idx="11"/>
          </p:nvPr>
        </p:nvSpPr>
        <p:spPr>
          <a:xfrm>
            <a:off x="533400" y="9715499"/>
            <a:ext cx="6019800" cy="442894"/>
          </a:xfrm>
        </p:spPr>
        <p:txBody>
          <a:bodyPr/>
          <a:lstStyle/>
          <a:p>
            <a:pPr algn="l"/>
            <a:r>
              <a:rPr lang="en-US" b="1" dirty="0">
                <a:solidFill>
                  <a:schemeClr val="bg1"/>
                </a:solidFill>
                <a:latin typeface="Arial" panose="020B0604020202020204" pitchFamily="34" charset="0"/>
                <a:cs typeface="Arial" panose="020B0604020202020204" pitchFamily="34" charset="0"/>
              </a:rPr>
              <a:t>ICTSAD507 </a:t>
            </a:r>
            <a:r>
              <a:rPr lang="en-US" dirty="0">
                <a:solidFill>
                  <a:schemeClr val="bg1"/>
                </a:solidFill>
                <a:latin typeface="Arial" panose="020B0604020202020204" pitchFamily="34" charset="0"/>
                <a:cs typeface="Arial" panose="020B0604020202020204" pitchFamily="34" charset="0"/>
              </a:rPr>
              <a:t>Design and implement quality assurance processes for business solutions </a:t>
            </a:r>
          </a:p>
        </p:txBody>
      </p:sp>
    </p:spTree>
    <p:extLst>
      <p:ext uri="{BB962C8B-B14F-4D97-AF65-F5344CB8AC3E}">
        <p14:creationId xmlns:p14="http://schemas.microsoft.com/office/powerpoint/2010/main" val="372663989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3"/>
          <p:cNvSpPr txBox="1"/>
          <p:nvPr/>
        </p:nvSpPr>
        <p:spPr>
          <a:xfrm>
            <a:off x="5603551" y="8746411"/>
            <a:ext cx="11716295" cy="717197"/>
          </a:xfrm>
          <a:prstGeom prst="rect">
            <a:avLst/>
          </a:prstGeom>
        </p:spPr>
        <p:txBody>
          <a:bodyPr lIns="0" tIns="0" rIns="0" bIns="0" rtlCol="0" anchor="t">
            <a:spAutoFit/>
          </a:bodyPr>
          <a:lstStyle/>
          <a:p>
            <a:pPr algn="r">
              <a:lnSpc>
                <a:spcPts val="5759"/>
              </a:lnSpc>
            </a:pPr>
            <a:r>
              <a:rPr lang="en-US" sz="4800" spc="192" dirty="0">
                <a:solidFill>
                  <a:srgbClr val="F4F8F3"/>
                </a:solidFill>
                <a:latin typeface="Montserrat Light"/>
              </a:rPr>
              <a:t>Topic 1: Insert topic title </a:t>
            </a:r>
          </a:p>
        </p:txBody>
      </p:sp>
      <p:grpSp>
        <p:nvGrpSpPr>
          <p:cNvPr id="5" name="Group 5"/>
          <p:cNvGrpSpPr/>
          <p:nvPr/>
        </p:nvGrpSpPr>
        <p:grpSpPr>
          <a:xfrm>
            <a:off x="1028700" y="446788"/>
            <a:ext cx="17244000" cy="220040"/>
            <a:chOff x="0" y="0"/>
            <a:chExt cx="23454501" cy="293386"/>
          </a:xfrm>
          <a:solidFill>
            <a:srgbClr val="00667A"/>
          </a:solidFill>
        </p:grpSpPr>
        <p:sp>
          <p:nvSpPr>
            <p:cNvPr id="6" name="AutoShape 6"/>
            <p:cNvSpPr/>
            <p:nvPr/>
          </p:nvSpPr>
          <p:spPr>
            <a:xfrm>
              <a:off x="0" y="125899"/>
              <a:ext cx="23454501" cy="27726"/>
            </a:xfrm>
            <a:prstGeom prst="rect">
              <a:avLst/>
            </a:prstGeom>
            <a:grpFill/>
          </p:spPr>
          <p:txBody>
            <a:bodyPr/>
            <a:lstStyle/>
            <a:p>
              <a:endParaRPr lang="en-US"/>
            </a:p>
          </p:txBody>
        </p:sp>
        <p:sp>
          <p:nvSpPr>
            <p:cNvPr id="7" name="AutoShape 7"/>
            <p:cNvSpPr/>
            <p:nvPr/>
          </p:nvSpPr>
          <p:spPr>
            <a:xfrm>
              <a:off x="0" y="13863"/>
              <a:ext cx="292033" cy="279524"/>
            </a:xfrm>
            <a:prstGeom prst="rect">
              <a:avLst/>
            </a:prstGeom>
            <a:grpFill/>
          </p:spPr>
          <p:txBody>
            <a:bodyPr/>
            <a:lstStyle/>
            <a:p>
              <a:endParaRPr lang="en-US"/>
            </a:p>
          </p:txBody>
        </p:sp>
        <p:sp>
          <p:nvSpPr>
            <p:cNvPr id="8" name="AutoShape 8"/>
            <p:cNvSpPr/>
            <p:nvPr/>
          </p:nvSpPr>
          <p:spPr>
            <a:xfrm>
              <a:off x="7770499" y="0"/>
              <a:ext cx="292033" cy="279524"/>
            </a:xfrm>
            <a:prstGeom prst="rect">
              <a:avLst/>
            </a:prstGeom>
            <a:grpFill/>
          </p:spPr>
          <p:txBody>
            <a:bodyPr/>
            <a:lstStyle/>
            <a:p>
              <a:endParaRPr lang="en-US"/>
            </a:p>
          </p:txBody>
        </p:sp>
        <p:sp>
          <p:nvSpPr>
            <p:cNvPr id="9" name="AutoShape 9"/>
            <p:cNvSpPr/>
            <p:nvPr/>
          </p:nvSpPr>
          <p:spPr>
            <a:xfrm>
              <a:off x="15540998" y="0"/>
              <a:ext cx="292033" cy="279524"/>
            </a:xfrm>
            <a:prstGeom prst="rect">
              <a:avLst/>
            </a:prstGeom>
            <a:grpFill/>
          </p:spPr>
          <p:txBody>
            <a:bodyPr/>
            <a:lstStyle/>
            <a:p>
              <a:endParaRPr lang="en-US"/>
            </a:p>
          </p:txBody>
        </p:sp>
      </p:grpSp>
      <p:sp>
        <p:nvSpPr>
          <p:cNvPr id="12" name="AutoShape 2">
            <a:extLst>
              <a:ext uri="{FF2B5EF4-FFF2-40B4-BE49-F238E27FC236}">
                <a16:creationId xmlns:a16="http://schemas.microsoft.com/office/drawing/2014/main" id="{54B605DE-63C5-4B19-89D4-FD69EFF21B44}"/>
              </a:ext>
            </a:extLst>
          </p:cNvPr>
          <p:cNvSpPr/>
          <p:nvPr/>
        </p:nvSpPr>
        <p:spPr>
          <a:xfrm>
            <a:off x="0" y="7886700"/>
            <a:ext cx="18288000" cy="1621070"/>
          </a:xfrm>
          <a:prstGeom prst="rect">
            <a:avLst/>
          </a:prstGeom>
          <a:solidFill>
            <a:srgbClr val="00667A"/>
          </a:solidFill>
        </p:spPr>
        <p:txBody>
          <a:bodyPr/>
          <a:lstStyle/>
          <a:p>
            <a:endParaRPr lang="en-AU"/>
          </a:p>
        </p:txBody>
      </p:sp>
      <p:sp>
        <p:nvSpPr>
          <p:cNvPr id="13" name="TextBox 3">
            <a:extLst>
              <a:ext uri="{FF2B5EF4-FFF2-40B4-BE49-F238E27FC236}">
                <a16:creationId xmlns:a16="http://schemas.microsoft.com/office/drawing/2014/main" id="{A31A0CE9-BF08-435F-8682-EFAE4D36D398}"/>
              </a:ext>
            </a:extLst>
          </p:cNvPr>
          <p:cNvSpPr txBox="1"/>
          <p:nvPr/>
        </p:nvSpPr>
        <p:spPr>
          <a:xfrm>
            <a:off x="990600" y="8325338"/>
            <a:ext cx="16745495" cy="697948"/>
          </a:xfrm>
          <a:prstGeom prst="rect">
            <a:avLst/>
          </a:prstGeom>
        </p:spPr>
        <p:txBody>
          <a:bodyPr wrap="square" lIns="0" tIns="0" rIns="0" bIns="0" rtlCol="0" anchor="t">
            <a:spAutoFit/>
          </a:bodyPr>
          <a:lstStyle/>
          <a:p>
            <a:pPr algn="r">
              <a:lnSpc>
                <a:spcPts val="5759"/>
              </a:lnSpc>
            </a:pPr>
            <a:r>
              <a:rPr lang="en-US" sz="4600" spc="192" dirty="0">
                <a:solidFill>
                  <a:schemeClr val="bg1"/>
                </a:solidFill>
                <a:latin typeface="Arial" panose="020B0604020202020204" pitchFamily="34" charset="0"/>
                <a:cs typeface="Arial" panose="020B0604020202020204" pitchFamily="34" charset="0"/>
              </a:rPr>
              <a:t>Topic 1: Planning</a:t>
            </a:r>
          </a:p>
        </p:txBody>
      </p:sp>
      <p:sp>
        <p:nvSpPr>
          <p:cNvPr id="17" name="TextBox 4">
            <a:extLst>
              <a:ext uri="{FF2B5EF4-FFF2-40B4-BE49-F238E27FC236}">
                <a16:creationId xmlns:a16="http://schemas.microsoft.com/office/drawing/2014/main" id="{EAC90A64-36BA-4EF5-BA95-DA478EAEA9E6}"/>
              </a:ext>
            </a:extLst>
          </p:cNvPr>
          <p:cNvSpPr txBox="1"/>
          <p:nvPr/>
        </p:nvSpPr>
        <p:spPr>
          <a:xfrm>
            <a:off x="1028700" y="1676834"/>
            <a:ext cx="12687300" cy="3456587"/>
          </a:xfrm>
          <a:prstGeom prst="rect">
            <a:avLst/>
          </a:prstGeom>
        </p:spPr>
        <p:txBody>
          <a:bodyPr wrap="square" lIns="0" tIns="0" rIns="0" bIns="0" rtlCol="0" anchor="t">
            <a:spAutoFit/>
          </a:bodyPr>
          <a:lstStyle/>
          <a:p>
            <a:pPr>
              <a:lnSpc>
                <a:spcPct val="114000"/>
              </a:lnSpc>
              <a:spcBef>
                <a:spcPts val="600"/>
              </a:spcBef>
              <a:spcAft>
                <a:spcPts val="600"/>
              </a:spcAft>
            </a:pPr>
            <a:r>
              <a:rPr lang="en-US" sz="3200" b="1" spc="25" dirty="0">
                <a:solidFill>
                  <a:srgbClr val="00667A"/>
                </a:solidFill>
                <a:latin typeface="Arial" panose="020B0604020202020204" pitchFamily="34" charset="0"/>
                <a:cs typeface="Arial" panose="020B0604020202020204" pitchFamily="34" charset="0"/>
              </a:rPr>
              <a:t>QUALITY POLICIES</a:t>
            </a:r>
          </a:p>
          <a:p>
            <a:pPr marL="457200" indent="-457200">
              <a:lnSpc>
                <a:spcPct val="114000"/>
              </a:lnSpc>
              <a:spcBef>
                <a:spcPts val="600"/>
              </a:spcBef>
              <a:spcAft>
                <a:spcPts val="600"/>
              </a:spcAft>
              <a:buFont typeface="Arial" panose="020B0604020202020204" pitchFamily="34" charset="0"/>
              <a:buChar char="•"/>
            </a:pPr>
            <a:r>
              <a:rPr lang="en-US" sz="3000" spc="25" dirty="0">
                <a:solidFill>
                  <a:srgbClr val="00667A"/>
                </a:solidFill>
                <a:latin typeface="Arial" panose="020B0604020202020204" pitchFamily="34" charset="0"/>
                <a:cs typeface="Arial" panose="020B0604020202020204" pitchFamily="34" charset="0"/>
              </a:rPr>
              <a:t>A quality policy is an overarching statement that sets out how quality will be achieved. </a:t>
            </a:r>
          </a:p>
          <a:p>
            <a:pPr marL="457200" indent="-457200">
              <a:lnSpc>
                <a:spcPct val="114000"/>
              </a:lnSpc>
              <a:spcBef>
                <a:spcPts val="600"/>
              </a:spcBef>
              <a:spcAft>
                <a:spcPts val="600"/>
              </a:spcAft>
              <a:buFont typeface="Arial" panose="020B0604020202020204" pitchFamily="34" charset="0"/>
              <a:buChar char="•"/>
            </a:pPr>
            <a:r>
              <a:rPr lang="en-US" sz="3000" spc="25" dirty="0">
                <a:solidFill>
                  <a:srgbClr val="00667A"/>
                </a:solidFill>
                <a:latin typeface="Arial" panose="020B0604020202020204" pitchFamily="34" charset="0"/>
                <a:cs typeface="Arial" panose="020B0604020202020204" pitchFamily="34" charset="0"/>
              </a:rPr>
              <a:t>A quality policy will clearly express the directive of senior management with respect to quality and be defined by </a:t>
            </a:r>
            <a:r>
              <a:rPr lang="en-US" sz="3000" spc="25" dirty="0" err="1">
                <a:solidFill>
                  <a:srgbClr val="00667A"/>
                </a:solidFill>
                <a:latin typeface="Arial" panose="020B0604020202020204" pitchFamily="34" charset="0"/>
                <a:cs typeface="Arial" panose="020B0604020202020204" pitchFamily="34" charset="0"/>
              </a:rPr>
              <a:t>organisational</a:t>
            </a:r>
            <a:r>
              <a:rPr lang="en-US" sz="3000" spc="25" dirty="0">
                <a:solidFill>
                  <a:srgbClr val="00667A"/>
                </a:solidFill>
                <a:latin typeface="Arial" panose="020B0604020202020204" pitchFamily="34" charset="0"/>
                <a:cs typeface="Arial" panose="020B0604020202020204" pitchFamily="34" charset="0"/>
              </a:rPr>
              <a:t> expectations, standards and benchmarks. </a:t>
            </a:r>
          </a:p>
        </p:txBody>
      </p:sp>
      <p:sp>
        <p:nvSpPr>
          <p:cNvPr id="14" name="Slide Number Placeholder 10">
            <a:extLst>
              <a:ext uri="{FF2B5EF4-FFF2-40B4-BE49-F238E27FC236}">
                <a16:creationId xmlns:a16="http://schemas.microsoft.com/office/drawing/2014/main" id="{5BC0C534-ADAF-D84D-81C8-2A1D2405EFB8}"/>
              </a:ext>
            </a:extLst>
          </p:cNvPr>
          <p:cNvSpPr txBox="1">
            <a:spLocks/>
          </p:cNvSpPr>
          <p:nvPr/>
        </p:nvSpPr>
        <p:spPr>
          <a:xfrm>
            <a:off x="17526000" y="164563"/>
            <a:ext cx="478452" cy="347857"/>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6F15528-21DE-4FAA-801E-634DDDAF4B2B}" type="slidenum">
              <a:rPr lang="en-US" b="1" smtClean="0">
                <a:solidFill>
                  <a:srgbClr val="31859C"/>
                </a:solidFill>
                <a:latin typeface="Arial" panose="020B0604020202020204" pitchFamily="34" charset="0"/>
                <a:cs typeface="Arial" panose="020B0604020202020204" pitchFamily="34" charset="0"/>
              </a:rPr>
              <a:pPr/>
              <a:t>12</a:t>
            </a:fld>
            <a:endParaRPr lang="en-US" b="1" dirty="0">
              <a:solidFill>
                <a:srgbClr val="31859C"/>
              </a:solidFill>
              <a:latin typeface="Arial" panose="020B0604020202020204" pitchFamily="34" charset="0"/>
              <a:cs typeface="Arial" panose="020B0604020202020204" pitchFamily="34" charset="0"/>
            </a:endParaRPr>
          </a:p>
        </p:txBody>
      </p:sp>
      <p:sp>
        <p:nvSpPr>
          <p:cNvPr id="16" name="Footer Placeholder 9">
            <a:extLst>
              <a:ext uri="{FF2B5EF4-FFF2-40B4-BE49-F238E27FC236}">
                <a16:creationId xmlns:a16="http://schemas.microsoft.com/office/drawing/2014/main" id="{91238751-4B41-A64D-9256-38165806A582}"/>
              </a:ext>
            </a:extLst>
          </p:cNvPr>
          <p:cNvSpPr txBox="1">
            <a:spLocks/>
          </p:cNvSpPr>
          <p:nvPr/>
        </p:nvSpPr>
        <p:spPr>
          <a:xfrm>
            <a:off x="15163800" y="9715499"/>
            <a:ext cx="2895600"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endParaRPr lang="en-US" dirty="0">
              <a:solidFill>
                <a:srgbClr val="00667A"/>
              </a:solidFill>
              <a:latin typeface="Arial" panose="020B0604020202020204" pitchFamily="34" charset="0"/>
              <a:cs typeface="Arial" panose="020B0604020202020204" pitchFamily="34" charset="0"/>
            </a:endParaRPr>
          </a:p>
        </p:txBody>
      </p:sp>
      <p:sp>
        <p:nvSpPr>
          <p:cNvPr id="15" name="Footer Placeholder 9">
            <a:extLst>
              <a:ext uri="{FF2B5EF4-FFF2-40B4-BE49-F238E27FC236}">
                <a16:creationId xmlns:a16="http://schemas.microsoft.com/office/drawing/2014/main" id="{976232BB-FC90-084A-A77F-98BBE7BA4C6D}"/>
              </a:ext>
            </a:extLst>
          </p:cNvPr>
          <p:cNvSpPr>
            <a:spLocks noGrp="1"/>
          </p:cNvSpPr>
          <p:nvPr>
            <p:ph type="ftr" sz="quarter" idx="11"/>
          </p:nvPr>
        </p:nvSpPr>
        <p:spPr>
          <a:xfrm>
            <a:off x="533400" y="9715499"/>
            <a:ext cx="6019800" cy="442894"/>
          </a:xfrm>
        </p:spPr>
        <p:txBody>
          <a:bodyPr/>
          <a:lstStyle/>
          <a:p>
            <a:pPr algn="l"/>
            <a:r>
              <a:rPr lang="en-US" b="1" dirty="0">
                <a:solidFill>
                  <a:srgbClr val="00667A"/>
                </a:solidFill>
                <a:latin typeface="Arial" panose="020B0604020202020204" pitchFamily="34" charset="0"/>
                <a:cs typeface="Arial" panose="020B0604020202020204" pitchFamily="34" charset="0"/>
              </a:rPr>
              <a:t>ICTSAD507 </a:t>
            </a:r>
            <a:r>
              <a:rPr lang="en-US" dirty="0">
                <a:solidFill>
                  <a:srgbClr val="00667A"/>
                </a:solidFill>
                <a:latin typeface="Arial" panose="020B0604020202020204" pitchFamily="34" charset="0"/>
                <a:cs typeface="Arial" panose="020B0604020202020204" pitchFamily="34" charset="0"/>
              </a:rPr>
              <a:t>Design and implement quality assurance processes for business solutions </a:t>
            </a:r>
          </a:p>
        </p:txBody>
      </p:sp>
    </p:spTree>
    <p:extLst>
      <p:ext uri="{BB962C8B-B14F-4D97-AF65-F5344CB8AC3E}">
        <p14:creationId xmlns:p14="http://schemas.microsoft.com/office/powerpoint/2010/main" val="43032809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00667A"/>
        </a:solidFill>
        <a:effectLst/>
      </p:bgPr>
    </p:bg>
    <p:spTree>
      <p:nvGrpSpPr>
        <p:cNvPr id="1" name=""/>
        <p:cNvGrpSpPr/>
        <p:nvPr/>
      </p:nvGrpSpPr>
      <p:grpSpPr>
        <a:xfrm>
          <a:off x="0" y="0"/>
          <a:ext cx="0" cy="0"/>
          <a:chOff x="0" y="0"/>
          <a:chExt cx="0" cy="0"/>
        </a:xfrm>
      </p:grpSpPr>
      <p:sp>
        <p:nvSpPr>
          <p:cNvPr id="2" name="AutoShape 2"/>
          <p:cNvSpPr/>
          <p:nvPr/>
        </p:nvSpPr>
        <p:spPr>
          <a:xfrm>
            <a:off x="0" y="7886700"/>
            <a:ext cx="18288000" cy="1621070"/>
          </a:xfrm>
          <a:prstGeom prst="rect">
            <a:avLst/>
          </a:prstGeom>
          <a:solidFill>
            <a:schemeClr val="bg1"/>
          </a:solidFill>
        </p:spPr>
        <p:txBody>
          <a:bodyPr/>
          <a:lstStyle/>
          <a:p>
            <a:endParaRPr lang="en-US"/>
          </a:p>
        </p:txBody>
      </p:sp>
      <p:sp>
        <p:nvSpPr>
          <p:cNvPr id="3" name="TextBox 3"/>
          <p:cNvSpPr txBox="1"/>
          <p:nvPr/>
        </p:nvSpPr>
        <p:spPr>
          <a:xfrm>
            <a:off x="990600" y="8325338"/>
            <a:ext cx="16745495" cy="697948"/>
          </a:xfrm>
          <a:prstGeom prst="rect">
            <a:avLst/>
          </a:prstGeom>
        </p:spPr>
        <p:txBody>
          <a:bodyPr wrap="square" lIns="0" tIns="0" rIns="0" bIns="0" rtlCol="0" anchor="t">
            <a:spAutoFit/>
          </a:bodyPr>
          <a:lstStyle/>
          <a:p>
            <a:pPr algn="r">
              <a:lnSpc>
                <a:spcPts val="5759"/>
              </a:lnSpc>
            </a:pPr>
            <a:r>
              <a:rPr lang="en-US" sz="4600" spc="192" dirty="0">
                <a:solidFill>
                  <a:srgbClr val="00667A"/>
                </a:solidFill>
                <a:latin typeface="Arial" panose="020B0604020202020204" pitchFamily="34" charset="0"/>
                <a:cs typeface="Arial" panose="020B0604020202020204" pitchFamily="34" charset="0"/>
              </a:rPr>
              <a:t>Topic 1: Planning</a:t>
            </a:r>
          </a:p>
        </p:txBody>
      </p:sp>
      <p:sp>
        <p:nvSpPr>
          <p:cNvPr id="4" name="TextBox 4"/>
          <p:cNvSpPr txBox="1"/>
          <p:nvPr/>
        </p:nvSpPr>
        <p:spPr>
          <a:xfrm>
            <a:off x="2209800" y="1676834"/>
            <a:ext cx="14935200" cy="2557880"/>
          </a:xfrm>
          <a:prstGeom prst="rect">
            <a:avLst/>
          </a:prstGeom>
        </p:spPr>
        <p:txBody>
          <a:bodyPr wrap="square" lIns="0" tIns="0" rIns="0" bIns="0" rtlCol="0" anchor="t">
            <a:spAutoFit/>
          </a:bodyPr>
          <a:lstStyle/>
          <a:p>
            <a:pPr>
              <a:lnSpc>
                <a:spcPct val="114000"/>
              </a:lnSpc>
              <a:spcBef>
                <a:spcPts val="600"/>
              </a:spcBef>
              <a:spcAft>
                <a:spcPts val="600"/>
              </a:spcAft>
            </a:pPr>
            <a:r>
              <a:rPr lang="en-US" sz="3200" b="1" spc="200" dirty="0">
                <a:solidFill>
                  <a:schemeClr val="bg1"/>
                </a:solidFill>
                <a:latin typeface="Arial" panose="020B0604020202020204" pitchFamily="34" charset="0"/>
                <a:cs typeface="Arial" panose="020B0604020202020204" pitchFamily="34" charset="0"/>
              </a:rPr>
              <a:t>ACTIVITY: READ</a:t>
            </a:r>
            <a:endParaRPr lang="en-US" sz="2500" b="1" spc="200" dirty="0">
              <a:solidFill>
                <a:schemeClr val="bg1"/>
              </a:solidFill>
              <a:latin typeface="Arial" panose="020B0604020202020204" pitchFamily="34" charset="0"/>
              <a:cs typeface="Arial" panose="020B0604020202020204" pitchFamily="34" charset="0"/>
            </a:endParaRPr>
          </a:p>
          <a:p>
            <a:pPr>
              <a:lnSpc>
                <a:spcPct val="114000"/>
              </a:lnSpc>
              <a:spcBef>
                <a:spcPts val="600"/>
              </a:spcBef>
              <a:spcAft>
                <a:spcPts val="600"/>
              </a:spcAft>
            </a:pPr>
            <a:r>
              <a:rPr lang="en-US" sz="3000" spc="25" dirty="0">
                <a:solidFill>
                  <a:schemeClr val="bg1"/>
                </a:solidFill>
                <a:latin typeface="Arial" panose="020B0604020202020204" pitchFamily="34" charset="0"/>
                <a:cs typeface="Arial" panose="020B0604020202020204" pitchFamily="34" charset="0"/>
              </a:rPr>
              <a:t>Visit the following website that includes an IT Quality Policy: </a:t>
            </a:r>
          </a:p>
          <a:p>
            <a:pPr>
              <a:lnSpc>
                <a:spcPct val="114000"/>
              </a:lnSpc>
              <a:spcBef>
                <a:spcPts val="600"/>
              </a:spcBef>
              <a:spcAft>
                <a:spcPts val="600"/>
              </a:spcAft>
            </a:pPr>
            <a:r>
              <a:rPr lang="en-US" sz="3000" spc="25" dirty="0">
                <a:solidFill>
                  <a:schemeClr val="bg1"/>
                </a:solidFill>
                <a:latin typeface="Arial" panose="020B0604020202020204" pitchFamily="34" charset="0"/>
                <a:cs typeface="Arial" panose="020B0604020202020204" pitchFamily="34" charset="0"/>
                <a:hlinkClick r:id="rId3"/>
              </a:rPr>
              <a:t>http://www.chambers.com.au/glossary/quality_policy.php</a:t>
            </a:r>
            <a:r>
              <a:rPr lang="en-US" sz="3000" spc="25" dirty="0">
                <a:solidFill>
                  <a:schemeClr val="bg1"/>
                </a:solidFill>
                <a:latin typeface="Arial" panose="020B0604020202020204" pitchFamily="34" charset="0"/>
                <a:cs typeface="Arial" panose="020B0604020202020204" pitchFamily="34" charset="0"/>
              </a:rPr>
              <a:t> </a:t>
            </a:r>
          </a:p>
          <a:p>
            <a:pPr>
              <a:lnSpc>
                <a:spcPct val="114000"/>
              </a:lnSpc>
              <a:spcBef>
                <a:spcPts val="600"/>
              </a:spcBef>
              <a:spcAft>
                <a:spcPts val="600"/>
              </a:spcAft>
            </a:pPr>
            <a:r>
              <a:rPr lang="en-US" sz="3000" spc="25" dirty="0">
                <a:solidFill>
                  <a:schemeClr val="bg1"/>
                </a:solidFill>
                <a:latin typeface="Arial" panose="020B0604020202020204" pitchFamily="34" charset="0"/>
                <a:cs typeface="Arial" panose="020B0604020202020204" pitchFamily="34" charset="0"/>
              </a:rPr>
              <a:t>Makes notes for future reference.  </a:t>
            </a:r>
          </a:p>
        </p:txBody>
      </p:sp>
      <p:grpSp>
        <p:nvGrpSpPr>
          <p:cNvPr id="17" name="Group 16">
            <a:extLst>
              <a:ext uri="{FF2B5EF4-FFF2-40B4-BE49-F238E27FC236}">
                <a16:creationId xmlns:a16="http://schemas.microsoft.com/office/drawing/2014/main" id="{9BC53F16-C04B-4406-BBF9-D518BC5BACFE}"/>
              </a:ext>
            </a:extLst>
          </p:cNvPr>
          <p:cNvGrpSpPr/>
          <p:nvPr/>
        </p:nvGrpSpPr>
        <p:grpSpPr>
          <a:xfrm>
            <a:off x="1028700" y="495300"/>
            <a:ext cx="17259300" cy="218203"/>
            <a:chOff x="1028700" y="723900"/>
            <a:chExt cx="17259300" cy="218203"/>
          </a:xfrm>
          <a:solidFill>
            <a:schemeClr val="bg1"/>
          </a:solidFill>
        </p:grpSpPr>
        <p:sp>
          <p:nvSpPr>
            <p:cNvPr id="6" name="AutoShape 6"/>
            <p:cNvSpPr/>
            <p:nvPr/>
          </p:nvSpPr>
          <p:spPr>
            <a:xfrm>
              <a:off x="1044000" y="826884"/>
              <a:ext cx="17244000" cy="20795"/>
            </a:xfrm>
            <a:prstGeom prst="rect">
              <a:avLst/>
            </a:prstGeom>
            <a:grpFill/>
          </p:spPr>
          <p:txBody>
            <a:bodyPr/>
            <a:lstStyle/>
            <a:p>
              <a:endParaRPr lang="en-US"/>
            </a:p>
          </p:txBody>
        </p:sp>
        <p:sp>
          <p:nvSpPr>
            <p:cNvPr id="7" name="AutoShape 7"/>
            <p:cNvSpPr/>
            <p:nvPr/>
          </p:nvSpPr>
          <p:spPr>
            <a:xfrm>
              <a:off x="1028700" y="723900"/>
              <a:ext cx="219025" cy="209643"/>
            </a:xfrm>
            <a:prstGeom prst="rect">
              <a:avLst/>
            </a:prstGeom>
            <a:grpFill/>
          </p:spPr>
          <p:txBody>
            <a:bodyPr/>
            <a:lstStyle/>
            <a:p>
              <a:endParaRPr lang="en-US"/>
            </a:p>
          </p:txBody>
        </p:sp>
        <p:sp>
          <p:nvSpPr>
            <p:cNvPr id="8" name="AutoShape 8"/>
            <p:cNvSpPr/>
            <p:nvPr/>
          </p:nvSpPr>
          <p:spPr>
            <a:xfrm>
              <a:off x="6856574" y="732460"/>
              <a:ext cx="219025" cy="209643"/>
            </a:xfrm>
            <a:prstGeom prst="rect">
              <a:avLst/>
            </a:prstGeom>
            <a:grpFill/>
          </p:spPr>
          <p:txBody>
            <a:bodyPr/>
            <a:lstStyle/>
            <a:p>
              <a:endParaRPr lang="en-US"/>
            </a:p>
          </p:txBody>
        </p:sp>
        <p:sp>
          <p:nvSpPr>
            <p:cNvPr id="9" name="AutoShape 9"/>
            <p:cNvSpPr/>
            <p:nvPr/>
          </p:nvSpPr>
          <p:spPr>
            <a:xfrm>
              <a:off x="12684448" y="732460"/>
              <a:ext cx="219025" cy="209643"/>
            </a:xfrm>
            <a:prstGeom prst="rect">
              <a:avLst/>
            </a:prstGeom>
            <a:grpFill/>
          </p:spPr>
          <p:txBody>
            <a:bodyPr/>
            <a:lstStyle/>
            <a:p>
              <a:endParaRPr lang="en-US"/>
            </a:p>
          </p:txBody>
        </p:sp>
      </p:grpSp>
      <p:pic>
        <p:nvPicPr>
          <p:cNvPr id="12" name="Graphic 11" descr="Head with gears">
            <a:extLst>
              <a:ext uri="{FF2B5EF4-FFF2-40B4-BE49-F238E27FC236}">
                <a16:creationId xmlns:a16="http://schemas.microsoft.com/office/drawing/2014/main" id="{24660D36-8AF2-4286-AAA9-78D28F426CF7}"/>
              </a:ext>
            </a:extLst>
          </p:cNvPr>
          <p:cNvPicPr>
            <a:picLocks noChangeAspect="1"/>
          </p:cNvPicPr>
          <p:nvPr/>
        </p:nvPicPr>
        <p:blipFill>
          <a:blip r:embed="rId4">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flipH="1">
            <a:off x="643741" y="1676834"/>
            <a:ext cx="1207968" cy="1207968"/>
          </a:xfrm>
          <a:prstGeom prst="rect">
            <a:avLst/>
          </a:prstGeom>
        </p:spPr>
      </p:pic>
      <p:sp>
        <p:nvSpPr>
          <p:cNvPr id="18" name="Footer Placeholder 9">
            <a:extLst>
              <a:ext uri="{FF2B5EF4-FFF2-40B4-BE49-F238E27FC236}">
                <a16:creationId xmlns:a16="http://schemas.microsoft.com/office/drawing/2014/main" id="{28DCC937-298F-458D-B2D1-4B0524F6D728}"/>
              </a:ext>
            </a:extLst>
          </p:cNvPr>
          <p:cNvSpPr txBox="1">
            <a:spLocks/>
          </p:cNvSpPr>
          <p:nvPr/>
        </p:nvSpPr>
        <p:spPr>
          <a:xfrm>
            <a:off x="15163800" y="9715499"/>
            <a:ext cx="2895600"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endParaRPr lang="en-US" dirty="0">
              <a:solidFill>
                <a:schemeClr val="bg1"/>
              </a:solidFill>
              <a:latin typeface="Arial" panose="020B0604020202020204" pitchFamily="34" charset="0"/>
              <a:cs typeface="Arial" panose="020B0604020202020204" pitchFamily="34" charset="0"/>
            </a:endParaRPr>
          </a:p>
        </p:txBody>
      </p:sp>
      <p:sp>
        <p:nvSpPr>
          <p:cNvPr id="14" name="Slide Number Placeholder 10">
            <a:extLst>
              <a:ext uri="{FF2B5EF4-FFF2-40B4-BE49-F238E27FC236}">
                <a16:creationId xmlns:a16="http://schemas.microsoft.com/office/drawing/2014/main" id="{2CC8EE72-4EB2-A843-A602-EEAF09A8A808}"/>
              </a:ext>
            </a:extLst>
          </p:cNvPr>
          <p:cNvSpPr txBox="1">
            <a:spLocks/>
          </p:cNvSpPr>
          <p:nvPr/>
        </p:nvSpPr>
        <p:spPr>
          <a:xfrm>
            <a:off x="17526000" y="164563"/>
            <a:ext cx="478452" cy="347857"/>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6F15528-21DE-4FAA-801E-634DDDAF4B2B}" type="slidenum">
              <a:rPr lang="en-US" smtClean="0">
                <a:solidFill>
                  <a:schemeClr val="bg1"/>
                </a:solidFill>
                <a:latin typeface="Arial" panose="020B0604020202020204" pitchFamily="34" charset="0"/>
                <a:cs typeface="Arial" panose="020B0604020202020204" pitchFamily="34" charset="0"/>
              </a:rPr>
              <a:pPr/>
              <a:t>13</a:t>
            </a:fld>
            <a:endParaRPr lang="en-US" dirty="0">
              <a:solidFill>
                <a:schemeClr val="bg1"/>
              </a:solidFill>
              <a:latin typeface="Arial" panose="020B0604020202020204" pitchFamily="34" charset="0"/>
              <a:cs typeface="Arial" panose="020B0604020202020204" pitchFamily="34" charset="0"/>
            </a:endParaRPr>
          </a:p>
        </p:txBody>
      </p:sp>
      <p:sp>
        <p:nvSpPr>
          <p:cNvPr id="16" name="Footer Placeholder 9">
            <a:extLst>
              <a:ext uri="{FF2B5EF4-FFF2-40B4-BE49-F238E27FC236}">
                <a16:creationId xmlns:a16="http://schemas.microsoft.com/office/drawing/2014/main" id="{AB9BE680-5A93-6744-9278-BEC84DF3AC8D}"/>
              </a:ext>
            </a:extLst>
          </p:cNvPr>
          <p:cNvSpPr>
            <a:spLocks noGrp="1"/>
          </p:cNvSpPr>
          <p:nvPr>
            <p:ph type="ftr" sz="quarter" idx="11"/>
          </p:nvPr>
        </p:nvSpPr>
        <p:spPr>
          <a:xfrm>
            <a:off x="533400" y="9715499"/>
            <a:ext cx="6019800" cy="442894"/>
          </a:xfrm>
        </p:spPr>
        <p:txBody>
          <a:bodyPr/>
          <a:lstStyle/>
          <a:p>
            <a:pPr algn="l"/>
            <a:r>
              <a:rPr lang="en-US" b="1" dirty="0">
                <a:solidFill>
                  <a:schemeClr val="bg1"/>
                </a:solidFill>
                <a:latin typeface="Arial" panose="020B0604020202020204" pitchFamily="34" charset="0"/>
                <a:cs typeface="Arial" panose="020B0604020202020204" pitchFamily="34" charset="0"/>
              </a:rPr>
              <a:t>ICTSAD507 </a:t>
            </a:r>
            <a:r>
              <a:rPr lang="en-US" dirty="0">
                <a:solidFill>
                  <a:schemeClr val="bg1"/>
                </a:solidFill>
                <a:latin typeface="Arial" panose="020B0604020202020204" pitchFamily="34" charset="0"/>
                <a:cs typeface="Arial" panose="020B0604020202020204" pitchFamily="34" charset="0"/>
              </a:rPr>
              <a:t>Design and implement quality assurance processes for business solutions </a:t>
            </a:r>
          </a:p>
        </p:txBody>
      </p:sp>
    </p:spTree>
    <p:extLst>
      <p:ext uri="{BB962C8B-B14F-4D97-AF65-F5344CB8AC3E}">
        <p14:creationId xmlns:p14="http://schemas.microsoft.com/office/powerpoint/2010/main" val="82153961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3"/>
          <p:cNvSpPr txBox="1"/>
          <p:nvPr/>
        </p:nvSpPr>
        <p:spPr>
          <a:xfrm>
            <a:off x="5603551" y="8746411"/>
            <a:ext cx="11716295" cy="717197"/>
          </a:xfrm>
          <a:prstGeom prst="rect">
            <a:avLst/>
          </a:prstGeom>
        </p:spPr>
        <p:txBody>
          <a:bodyPr lIns="0" tIns="0" rIns="0" bIns="0" rtlCol="0" anchor="t">
            <a:spAutoFit/>
          </a:bodyPr>
          <a:lstStyle/>
          <a:p>
            <a:pPr algn="r">
              <a:lnSpc>
                <a:spcPts val="5759"/>
              </a:lnSpc>
            </a:pPr>
            <a:r>
              <a:rPr lang="en-US" sz="4800" spc="192" dirty="0">
                <a:solidFill>
                  <a:srgbClr val="F4F8F3"/>
                </a:solidFill>
                <a:latin typeface="Montserrat Light"/>
              </a:rPr>
              <a:t>Topic 1: Insert topic title </a:t>
            </a:r>
          </a:p>
        </p:txBody>
      </p:sp>
      <p:grpSp>
        <p:nvGrpSpPr>
          <p:cNvPr id="5" name="Group 5"/>
          <p:cNvGrpSpPr/>
          <p:nvPr/>
        </p:nvGrpSpPr>
        <p:grpSpPr>
          <a:xfrm>
            <a:off x="1028700" y="446788"/>
            <a:ext cx="17244000" cy="220040"/>
            <a:chOff x="0" y="0"/>
            <a:chExt cx="23454501" cy="293386"/>
          </a:xfrm>
          <a:solidFill>
            <a:srgbClr val="00667A"/>
          </a:solidFill>
        </p:grpSpPr>
        <p:sp>
          <p:nvSpPr>
            <p:cNvPr id="6" name="AutoShape 6"/>
            <p:cNvSpPr/>
            <p:nvPr/>
          </p:nvSpPr>
          <p:spPr>
            <a:xfrm>
              <a:off x="0" y="125899"/>
              <a:ext cx="23454501" cy="27726"/>
            </a:xfrm>
            <a:prstGeom prst="rect">
              <a:avLst/>
            </a:prstGeom>
            <a:grpFill/>
          </p:spPr>
          <p:txBody>
            <a:bodyPr/>
            <a:lstStyle/>
            <a:p>
              <a:endParaRPr lang="en-US"/>
            </a:p>
          </p:txBody>
        </p:sp>
        <p:sp>
          <p:nvSpPr>
            <p:cNvPr id="7" name="AutoShape 7"/>
            <p:cNvSpPr/>
            <p:nvPr/>
          </p:nvSpPr>
          <p:spPr>
            <a:xfrm>
              <a:off x="0" y="13863"/>
              <a:ext cx="292033" cy="279524"/>
            </a:xfrm>
            <a:prstGeom prst="rect">
              <a:avLst/>
            </a:prstGeom>
            <a:grpFill/>
          </p:spPr>
          <p:txBody>
            <a:bodyPr/>
            <a:lstStyle/>
            <a:p>
              <a:endParaRPr lang="en-US"/>
            </a:p>
          </p:txBody>
        </p:sp>
        <p:sp>
          <p:nvSpPr>
            <p:cNvPr id="8" name="AutoShape 8"/>
            <p:cNvSpPr/>
            <p:nvPr/>
          </p:nvSpPr>
          <p:spPr>
            <a:xfrm>
              <a:off x="7770499" y="0"/>
              <a:ext cx="292033" cy="279524"/>
            </a:xfrm>
            <a:prstGeom prst="rect">
              <a:avLst/>
            </a:prstGeom>
            <a:grpFill/>
          </p:spPr>
          <p:txBody>
            <a:bodyPr/>
            <a:lstStyle/>
            <a:p>
              <a:endParaRPr lang="en-US"/>
            </a:p>
          </p:txBody>
        </p:sp>
        <p:sp>
          <p:nvSpPr>
            <p:cNvPr id="9" name="AutoShape 9"/>
            <p:cNvSpPr/>
            <p:nvPr/>
          </p:nvSpPr>
          <p:spPr>
            <a:xfrm>
              <a:off x="15540998" y="0"/>
              <a:ext cx="292033" cy="279524"/>
            </a:xfrm>
            <a:prstGeom prst="rect">
              <a:avLst/>
            </a:prstGeom>
            <a:grpFill/>
          </p:spPr>
          <p:txBody>
            <a:bodyPr/>
            <a:lstStyle/>
            <a:p>
              <a:endParaRPr lang="en-US"/>
            </a:p>
          </p:txBody>
        </p:sp>
      </p:grpSp>
      <p:sp>
        <p:nvSpPr>
          <p:cNvPr id="12" name="AutoShape 2">
            <a:extLst>
              <a:ext uri="{FF2B5EF4-FFF2-40B4-BE49-F238E27FC236}">
                <a16:creationId xmlns:a16="http://schemas.microsoft.com/office/drawing/2014/main" id="{54B605DE-63C5-4B19-89D4-FD69EFF21B44}"/>
              </a:ext>
            </a:extLst>
          </p:cNvPr>
          <p:cNvSpPr/>
          <p:nvPr/>
        </p:nvSpPr>
        <p:spPr>
          <a:xfrm>
            <a:off x="0" y="7886700"/>
            <a:ext cx="18288000" cy="1621070"/>
          </a:xfrm>
          <a:prstGeom prst="rect">
            <a:avLst/>
          </a:prstGeom>
          <a:solidFill>
            <a:srgbClr val="00667A"/>
          </a:solidFill>
        </p:spPr>
        <p:txBody>
          <a:bodyPr/>
          <a:lstStyle/>
          <a:p>
            <a:endParaRPr lang="en-AU"/>
          </a:p>
        </p:txBody>
      </p:sp>
      <p:sp>
        <p:nvSpPr>
          <p:cNvPr id="17" name="TextBox 4">
            <a:extLst>
              <a:ext uri="{FF2B5EF4-FFF2-40B4-BE49-F238E27FC236}">
                <a16:creationId xmlns:a16="http://schemas.microsoft.com/office/drawing/2014/main" id="{EAC90A64-36BA-4EF5-BA95-DA478EAEA9E6}"/>
              </a:ext>
            </a:extLst>
          </p:cNvPr>
          <p:cNvSpPr txBox="1"/>
          <p:nvPr/>
        </p:nvSpPr>
        <p:spPr>
          <a:xfrm>
            <a:off x="1028700" y="1676834"/>
            <a:ext cx="12687300" cy="1791131"/>
          </a:xfrm>
          <a:prstGeom prst="rect">
            <a:avLst/>
          </a:prstGeom>
        </p:spPr>
        <p:txBody>
          <a:bodyPr wrap="square" lIns="0" tIns="0" rIns="0" bIns="0" rtlCol="0" anchor="t">
            <a:spAutoFit/>
          </a:bodyPr>
          <a:lstStyle/>
          <a:p>
            <a:pPr>
              <a:lnSpc>
                <a:spcPct val="114000"/>
              </a:lnSpc>
              <a:spcBef>
                <a:spcPts val="600"/>
              </a:spcBef>
              <a:spcAft>
                <a:spcPts val="600"/>
              </a:spcAft>
            </a:pPr>
            <a:r>
              <a:rPr lang="en-US" sz="3200" b="1" spc="25" dirty="0">
                <a:solidFill>
                  <a:srgbClr val="00667A"/>
                </a:solidFill>
                <a:latin typeface="Arial" panose="020B0604020202020204" pitchFamily="34" charset="0"/>
                <a:cs typeface="Arial" panose="020B0604020202020204" pitchFamily="34" charset="0"/>
              </a:rPr>
              <a:t>QUALITY MANAGEMENT PLANS</a:t>
            </a:r>
          </a:p>
          <a:p>
            <a:pPr>
              <a:lnSpc>
                <a:spcPct val="114000"/>
              </a:lnSpc>
              <a:spcBef>
                <a:spcPts val="600"/>
              </a:spcBef>
              <a:spcAft>
                <a:spcPts val="600"/>
              </a:spcAft>
            </a:pPr>
            <a:r>
              <a:rPr lang="en-US" sz="3000" spc="25" dirty="0">
                <a:solidFill>
                  <a:srgbClr val="00667A"/>
                </a:solidFill>
                <a:latin typeface="Arial" panose="020B0604020202020204" pitchFamily="34" charset="0"/>
                <a:cs typeface="Arial" panose="020B0604020202020204" pitchFamily="34" charset="0"/>
              </a:rPr>
              <a:t>A quality management plan ensures that there is a specific plan in place for ensuring quality through a particular project.</a:t>
            </a:r>
          </a:p>
        </p:txBody>
      </p:sp>
      <p:sp>
        <p:nvSpPr>
          <p:cNvPr id="13" name="TextBox 3">
            <a:extLst>
              <a:ext uri="{FF2B5EF4-FFF2-40B4-BE49-F238E27FC236}">
                <a16:creationId xmlns:a16="http://schemas.microsoft.com/office/drawing/2014/main" id="{A31A0CE9-BF08-435F-8682-EFAE4D36D398}"/>
              </a:ext>
            </a:extLst>
          </p:cNvPr>
          <p:cNvSpPr txBox="1"/>
          <p:nvPr/>
        </p:nvSpPr>
        <p:spPr>
          <a:xfrm>
            <a:off x="990600" y="8325338"/>
            <a:ext cx="16745495" cy="697948"/>
          </a:xfrm>
          <a:prstGeom prst="rect">
            <a:avLst/>
          </a:prstGeom>
        </p:spPr>
        <p:txBody>
          <a:bodyPr wrap="square" lIns="0" tIns="0" rIns="0" bIns="0" rtlCol="0" anchor="t">
            <a:spAutoFit/>
          </a:bodyPr>
          <a:lstStyle/>
          <a:p>
            <a:pPr algn="r">
              <a:lnSpc>
                <a:spcPts val="5759"/>
              </a:lnSpc>
            </a:pPr>
            <a:r>
              <a:rPr lang="en-US" sz="4600" spc="192" dirty="0">
                <a:solidFill>
                  <a:schemeClr val="bg1"/>
                </a:solidFill>
                <a:latin typeface="Arial" panose="020B0604020202020204" pitchFamily="34" charset="0"/>
                <a:cs typeface="Arial" panose="020B0604020202020204" pitchFamily="34" charset="0"/>
              </a:rPr>
              <a:t>Topic 1: Planning</a:t>
            </a:r>
          </a:p>
        </p:txBody>
      </p:sp>
      <p:sp>
        <p:nvSpPr>
          <p:cNvPr id="14" name="Slide Number Placeholder 10">
            <a:extLst>
              <a:ext uri="{FF2B5EF4-FFF2-40B4-BE49-F238E27FC236}">
                <a16:creationId xmlns:a16="http://schemas.microsoft.com/office/drawing/2014/main" id="{5BC0C534-ADAF-D84D-81C8-2A1D2405EFB8}"/>
              </a:ext>
            </a:extLst>
          </p:cNvPr>
          <p:cNvSpPr txBox="1">
            <a:spLocks/>
          </p:cNvSpPr>
          <p:nvPr/>
        </p:nvSpPr>
        <p:spPr>
          <a:xfrm>
            <a:off x="17526000" y="164563"/>
            <a:ext cx="478452" cy="347857"/>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6F15528-21DE-4FAA-801E-634DDDAF4B2B}" type="slidenum">
              <a:rPr lang="en-US" b="1" smtClean="0">
                <a:solidFill>
                  <a:srgbClr val="31859C"/>
                </a:solidFill>
                <a:latin typeface="Arial" panose="020B0604020202020204" pitchFamily="34" charset="0"/>
                <a:cs typeface="Arial" panose="020B0604020202020204" pitchFamily="34" charset="0"/>
              </a:rPr>
              <a:pPr/>
              <a:t>14</a:t>
            </a:fld>
            <a:endParaRPr lang="en-US" b="1" dirty="0">
              <a:solidFill>
                <a:srgbClr val="31859C"/>
              </a:solidFill>
              <a:latin typeface="Arial" panose="020B0604020202020204" pitchFamily="34" charset="0"/>
              <a:cs typeface="Arial" panose="020B0604020202020204" pitchFamily="34" charset="0"/>
            </a:endParaRPr>
          </a:p>
        </p:txBody>
      </p:sp>
      <p:sp>
        <p:nvSpPr>
          <p:cNvPr id="16" name="Footer Placeholder 9">
            <a:extLst>
              <a:ext uri="{FF2B5EF4-FFF2-40B4-BE49-F238E27FC236}">
                <a16:creationId xmlns:a16="http://schemas.microsoft.com/office/drawing/2014/main" id="{91238751-4B41-A64D-9256-38165806A582}"/>
              </a:ext>
            </a:extLst>
          </p:cNvPr>
          <p:cNvSpPr txBox="1">
            <a:spLocks/>
          </p:cNvSpPr>
          <p:nvPr/>
        </p:nvSpPr>
        <p:spPr>
          <a:xfrm>
            <a:off x="15163800" y="9715499"/>
            <a:ext cx="2895600"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endParaRPr lang="en-US" dirty="0">
              <a:solidFill>
                <a:srgbClr val="00667A"/>
              </a:solidFill>
              <a:latin typeface="Arial" panose="020B0604020202020204" pitchFamily="34" charset="0"/>
              <a:cs typeface="Arial" panose="020B0604020202020204" pitchFamily="34" charset="0"/>
            </a:endParaRPr>
          </a:p>
        </p:txBody>
      </p:sp>
      <p:sp>
        <p:nvSpPr>
          <p:cNvPr id="15" name="Footer Placeholder 9">
            <a:extLst>
              <a:ext uri="{FF2B5EF4-FFF2-40B4-BE49-F238E27FC236}">
                <a16:creationId xmlns:a16="http://schemas.microsoft.com/office/drawing/2014/main" id="{976232BB-FC90-084A-A77F-98BBE7BA4C6D}"/>
              </a:ext>
            </a:extLst>
          </p:cNvPr>
          <p:cNvSpPr>
            <a:spLocks noGrp="1"/>
          </p:cNvSpPr>
          <p:nvPr>
            <p:ph type="ftr" sz="quarter" idx="11"/>
          </p:nvPr>
        </p:nvSpPr>
        <p:spPr>
          <a:xfrm>
            <a:off x="533400" y="9715499"/>
            <a:ext cx="6019800" cy="442894"/>
          </a:xfrm>
        </p:spPr>
        <p:txBody>
          <a:bodyPr/>
          <a:lstStyle/>
          <a:p>
            <a:pPr algn="l"/>
            <a:r>
              <a:rPr lang="en-US" b="1" dirty="0">
                <a:solidFill>
                  <a:srgbClr val="00667A"/>
                </a:solidFill>
                <a:latin typeface="Arial" panose="020B0604020202020204" pitchFamily="34" charset="0"/>
                <a:cs typeface="Arial" panose="020B0604020202020204" pitchFamily="34" charset="0"/>
              </a:rPr>
              <a:t>ICTSAD507 </a:t>
            </a:r>
            <a:r>
              <a:rPr lang="en-US" dirty="0">
                <a:solidFill>
                  <a:srgbClr val="00667A"/>
                </a:solidFill>
                <a:latin typeface="Arial" panose="020B0604020202020204" pitchFamily="34" charset="0"/>
                <a:cs typeface="Arial" panose="020B0604020202020204" pitchFamily="34" charset="0"/>
              </a:rPr>
              <a:t>Design and implement quality assurance processes for business solutions </a:t>
            </a:r>
          </a:p>
        </p:txBody>
      </p:sp>
    </p:spTree>
    <p:extLst>
      <p:ext uri="{BB962C8B-B14F-4D97-AF65-F5344CB8AC3E}">
        <p14:creationId xmlns:p14="http://schemas.microsoft.com/office/powerpoint/2010/main" val="239903062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3"/>
          <p:cNvSpPr txBox="1"/>
          <p:nvPr/>
        </p:nvSpPr>
        <p:spPr>
          <a:xfrm>
            <a:off x="5603551" y="8746411"/>
            <a:ext cx="11716295" cy="717197"/>
          </a:xfrm>
          <a:prstGeom prst="rect">
            <a:avLst/>
          </a:prstGeom>
        </p:spPr>
        <p:txBody>
          <a:bodyPr lIns="0" tIns="0" rIns="0" bIns="0" rtlCol="0" anchor="t">
            <a:spAutoFit/>
          </a:bodyPr>
          <a:lstStyle/>
          <a:p>
            <a:pPr algn="r">
              <a:lnSpc>
                <a:spcPts val="5759"/>
              </a:lnSpc>
            </a:pPr>
            <a:r>
              <a:rPr lang="en-US" sz="4800" spc="192" dirty="0">
                <a:solidFill>
                  <a:srgbClr val="F4F8F3"/>
                </a:solidFill>
                <a:latin typeface="Montserrat Light"/>
              </a:rPr>
              <a:t>Topic 1: Insert topic title </a:t>
            </a:r>
          </a:p>
        </p:txBody>
      </p:sp>
      <p:grpSp>
        <p:nvGrpSpPr>
          <p:cNvPr id="5" name="Group 5"/>
          <p:cNvGrpSpPr/>
          <p:nvPr/>
        </p:nvGrpSpPr>
        <p:grpSpPr>
          <a:xfrm>
            <a:off x="1028700" y="446788"/>
            <a:ext cx="17244000" cy="220040"/>
            <a:chOff x="0" y="0"/>
            <a:chExt cx="23454501" cy="293386"/>
          </a:xfrm>
          <a:solidFill>
            <a:srgbClr val="00667A"/>
          </a:solidFill>
        </p:grpSpPr>
        <p:sp>
          <p:nvSpPr>
            <p:cNvPr id="6" name="AutoShape 6"/>
            <p:cNvSpPr/>
            <p:nvPr/>
          </p:nvSpPr>
          <p:spPr>
            <a:xfrm>
              <a:off x="0" y="125899"/>
              <a:ext cx="23454501" cy="27726"/>
            </a:xfrm>
            <a:prstGeom prst="rect">
              <a:avLst/>
            </a:prstGeom>
            <a:grpFill/>
          </p:spPr>
          <p:txBody>
            <a:bodyPr/>
            <a:lstStyle/>
            <a:p>
              <a:endParaRPr lang="en-US"/>
            </a:p>
          </p:txBody>
        </p:sp>
        <p:sp>
          <p:nvSpPr>
            <p:cNvPr id="7" name="AutoShape 7"/>
            <p:cNvSpPr/>
            <p:nvPr/>
          </p:nvSpPr>
          <p:spPr>
            <a:xfrm>
              <a:off x="0" y="13863"/>
              <a:ext cx="292033" cy="279524"/>
            </a:xfrm>
            <a:prstGeom prst="rect">
              <a:avLst/>
            </a:prstGeom>
            <a:grpFill/>
          </p:spPr>
          <p:txBody>
            <a:bodyPr/>
            <a:lstStyle/>
            <a:p>
              <a:endParaRPr lang="en-US"/>
            </a:p>
          </p:txBody>
        </p:sp>
        <p:sp>
          <p:nvSpPr>
            <p:cNvPr id="8" name="AutoShape 8"/>
            <p:cNvSpPr/>
            <p:nvPr/>
          </p:nvSpPr>
          <p:spPr>
            <a:xfrm>
              <a:off x="7770499" y="0"/>
              <a:ext cx="292033" cy="279524"/>
            </a:xfrm>
            <a:prstGeom prst="rect">
              <a:avLst/>
            </a:prstGeom>
            <a:grpFill/>
          </p:spPr>
          <p:txBody>
            <a:bodyPr/>
            <a:lstStyle/>
            <a:p>
              <a:endParaRPr lang="en-US"/>
            </a:p>
          </p:txBody>
        </p:sp>
        <p:sp>
          <p:nvSpPr>
            <p:cNvPr id="9" name="AutoShape 9"/>
            <p:cNvSpPr/>
            <p:nvPr/>
          </p:nvSpPr>
          <p:spPr>
            <a:xfrm>
              <a:off x="15540998" y="0"/>
              <a:ext cx="292033" cy="279524"/>
            </a:xfrm>
            <a:prstGeom prst="rect">
              <a:avLst/>
            </a:prstGeom>
            <a:grpFill/>
          </p:spPr>
          <p:txBody>
            <a:bodyPr/>
            <a:lstStyle/>
            <a:p>
              <a:endParaRPr lang="en-US"/>
            </a:p>
          </p:txBody>
        </p:sp>
      </p:grpSp>
      <p:sp>
        <p:nvSpPr>
          <p:cNvPr id="12" name="AutoShape 2">
            <a:extLst>
              <a:ext uri="{FF2B5EF4-FFF2-40B4-BE49-F238E27FC236}">
                <a16:creationId xmlns:a16="http://schemas.microsoft.com/office/drawing/2014/main" id="{54B605DE-63C5-4B19-89D4-FD69EFF21B44}"/>
              </a:ext>
            </a:extLst>
          </p:cNvPr>
          <p:cNvSpPr/>
          <p:nvPr/>
        </p:nvSpPr>
        <p:spPr>
          <a:xfrm>
            <a:off x="0" y="7886700"/>
            <a:ext cx="18288000" cy="1621070"/>
          </a:xfrm>
          <a:prstGeom prst="rect">
            <a:avLst/>
          </a:prstGeom>
          <a:solidFill>
            <a:srgbClr val="00667A"/>
          </a:solidFill>
        </p:spPr>
        <p:txBody>
          <a:bodyPr/>
          <a:lstStyle/>
          <a:p>
            <a:endParaRPr lang="en-AU"/>
          </a:p>
        </p:txBody>
      </p:sp>
      <p:sp>
        <p:nvSpPr>
          <p:cNvPr id="17" name="TextBox 4">
            <a:extLst>
              <a:ext uri="{FF2B5EF4-FFF2-40B4-BE49-F238E27FC236}">
                <a16:creationId xmlns:a16="http://schemas.microsoft.com/office/drawing/2014/main" id="{EAC90A64-36BA-4EF5-BA95-DA478EAEA9E6}"/>
              </a:ext>
            </a:extLst>
          </p:cNvPr>
          <p:cNvSpPr txBox="1"/>
          <p:nvPr/>
        </p:nvSpPr>
        <p:spPr>
          <a:xfrm>
            <a:off x="1028700" y="1676834"/>
            <a:ext cx="12687300" cy="2776401"/>
          </a:xfrm>
          <a:prstGeom prst="rect">
            <a:avLst/>
          </a:prstGeom>
        </p:spPr>
        <p:txBody>
          <a:bodyPr wrap="square" lIns="0" tIns="0" rIns="0" bIns="0" rtlCol="0" anchor="t">
            <a:spAutoFit/>
          </a:bodyPr>
          <a:lstStyle/>
          <a:p>
            <a:pPr>
              <a:lnSpc>
                <a:spcPct val="114000"/>
              </a:lnSpc>
              <a:spcBef>
                <a:spcPts val="600"/>
              </a:spcBef>
              <a:spcAft>
                <a:spcPts val="600"/>
              </a:spcAft>
            </a:pPr>
            <a:r>
              <a:rPr lang="en-US" sz="3200" b="1" spc="25" dirty="0">
                <a:solidFill>
                  <a:srgbClr val="00667A"/>
                </a:solidFill>
                <a:latin typeface="Arial" panose="020B0604020202020204" pitchFamily="34" charset="0"/>
                <a:cs typeface="Arial" panose="020B0604020202020204" pitchFamily="34" charset="0"/>
              </a:rPr>
              <a:t>SOFTWARE DEVELOPMENT LIFE CYCLE (SDLC)</a:t>
            </a:r>
          </a:p>
          <a:p>
            <a:pPr>
              <a:lnSpc>
                <a:spcPct val="114000"/>
              </a:lnSpc>
              <a:spcBef>
                <a:spcPts val="600"/>
              </a:spcBef>
              <a:spcAft>
                <a:spcPts val="600"/>
              </a:spcAft>
            </a:pPr>
            <a:r>
              <a:rPr lang="en-US" sz="3000" spc="25" dirty="0">
                <a:solidFill>
                  <a:srgbClr val="00667A"/>
                </a:solidFill>
                <a:latin typeface="Arial" panose="020B0604020202020204" pitchFamily="34" charset="0"/>
                <a:cs typeface="Arial" panose="020B0604020202020204" pitchFamily="34" charset="0"/>
              </a:rPr>
              <a:t>The SDLC supports best practices for each stage of the development lifecycle including structured processes, documentation and provides control over costs and resources as well as monitoring and improving quality.</a:t>
            </a:r>
          </a:p>
        </p:txBody>
      </p:sp>
      <p:sp>
        <p:nvSpPr>
          <p:cNvPr id="13" name="TextBox 3">
            <a:extLst>
              <a:ext uri="{FF2B5EF4-FFF2-40B4-BE49-F238E27FC236}">
                <a16:creationId xmlns:a16="http://schemas.microsoft.com/office/drawing/2014/main" id="{A31A0CE9-BF08-435F-8682-EFAE4D36D398}"/>
              </a:ext>
            </a:extLst>
          </p:cNvPr>
          <p:cNvSpPr txBox="1"/>
          <p:nvPr/>
        </p:nvSpPr>
        <p:spPr>
          <a:xfrm>
            <a:off x="990600" y="8325338"/>
            <a:ext cx="16745495" cy="697948"/>
          </a:xfrm>
          <a:prstGeom prst="rect">
            <a:avLst/>
          </a:prstGeom>
        </p:spPr>
        <p:txBody>
          <a:bodyPr wrap="square" lIns="0" tIns="0" rIns="0" bIns="0" rtlCol="0" anchor="t">
            <a:spAutoFit/>
          </a:bodyPr>
          <a:lstStyle/>
          <a:p>
            <a:pPr algn="r">
              <a:lnSpc>
                <a:spcPts val="5759"/>
              </a:lnSpc>
            </a:pPr>
            <a:r>
              <a:rPr lang="en-US" sz="4600" spc="192" dirty="0">
                <a:solidFill>
                  <a:schemeClr val="bg1"/>
                </a:solidFill>
                <a:latin typeface="Arial" panose="020B0604020202020204" pitchFamily="34" charset="0"/>
                <a:cs typeface="Arial" panose="020B0604020202020204" pitchFamily="34" charset="0"/>
              </a:rPr>
              <a:t>Topic 1: Planning</a:t>
            </a:r>
          </a:p>
        </p:txBody>
      </p:sp>
      <p:sp>
        <p:nvSpPr>
          <p:cNvPr id="14" name="Slide Number Placeholder 10">
            <a:extLst>
              <a:ext uri="{FF2B5EF4-FFF2-40B4-BE49-F238E27FC236}">
                <a16:creationId xmlns:a16="http://schemas.microsoft.com/office/drawing/2014/main" id="{5BC0C534-ADAF-D84D-81C8-2A1D2405EFB8}"/>
              </a:ext>
            </a:extLst>
          </p:cNvPr>
          <p:cNvSpPr txBox="1">
            <a:spLocks/>
          </p:cNvSpPr>
          <p:nvPr/>
        </p:nvSpPr>
        <p:spPr>
          <a:xfrm>
            <a:off x="17526000" y="164563"/>
            <a:ext cx="478452" cy="347857"/>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6F15528-21DE-4FAA-801E-634DDDAF4B2B}" type="slidenum">
              <a:rPr lang="en-US" b="1" smtClean="0">
                <a:solidFill>
                  <a:srgbClr val="31859C"/>
                </a:solidFill>
                <a:latin typeface="Arial" panose="020B0604020202020204" pitchFamily="34" charset="0"/>
                <a:cs typeface="Arial" panose="020B0604020202020204" pitchFamily="34" charset="0"/>
              </a:rPr>
              <a:pPr/>
              <a:t>15</a:t>
            </a:fld>
            <a:endParaRPr lang="en-US" b="1" dirty="0">
              <a:solidFill>
                <a:srgbClr val="31859C"/>
              </a:solidFill>
              <a:latin typeface="Arial" panose="020B0604020202020204" pitchFamily="34" charset="0"/>
              <a:cs typeface="Arial" panose="020B0604020202020204" pitchFamily="34" charset="0"/>
            </a:endParaRPr>
          </a:p>
        </p:txBody>
      </p:sp>
      <p:sp>
        <p:nvSpPr>
          <p:cNvPr id="16" name="Footer Placeholder 9">
            <a:extLst>
              <a:ext uri="{FF2B5EF4-FFF2-40B4-BE49-F238E27FC236}">
                <a16:creationId xmlns:a16="http://schemas.microsoft.com/office/drawing/2014/main" id="{91238751-4B41-A64D-9256-38165806A582}"/>
              </a:ext>
            </a:extLst>
          </p:cNvPr>
          <p:cNvSpPr txBox="1">
            <a:spLocks/>
          </p:cNvSpPr>
          <p:nvPr/>
        </p:nvSpPr>
        <p:spPr>
          <a:xfrm>
            <a:off x="15163800" y="9715499"/>
            <a:ext cx="2895600"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endParaRPr lang="en-US" dirty="0">
              <a:solidFill>
                <a:srgbClr val="00667A"/>
              </a:solidFill>
              <a:latin typeface="Arial" panose="020B0604020202020204" pitchFamily="34" charset="0"/>
              <a:cs typeface="Arial" panose="020B0604020202020204" pitchFamily="34" charset="0"/>
            </a:endParaRPr>
          </a:p>
        </p:txBody>
      </p:sp>
      <p:sp>
        <p:nvSpPr>
          <p:cNvPr id="15" name="Footer Placeholder 9">
            <a:extLst>
              <a:ext uri="{FF2B5EF4-FFF2-40B4-BE49-F238E27FC236}">
                <a16:creationId xmlns:a16="http://schemas.microsoft.com/office/drawing/2014/main" id="{976232BB-FC90-084A-A77F-98BBE7BA4C6D}"/>
              </a:ext>
            </a:extLst>
          </p:cNvPr>
          <p:cNvSpPr>
            <a:spLocks noGrp="1"/>
          </p:cNvSpPr>
          <p:nvPr>
            <p:ph type="ftr" sz="quarter" idx="11"/>
          </p:nvPr>
        </p:nvSpPr>
        <p:spPr>
          <a:xfrm>
            <a:off x="533400" y="9715499"/>
            <a:ext cx="6019800" cy="442894"/>
          </a:xfrm>
        </p:spPr>
        <p:txBody>
          <a:bodyPr/>
          <a:lstStyle/>
          <a:p>
            <a:pPr algn="l"/>
            <a:r>
              <a:rPr lang="en-US" b="1" dirty="0">
                <a:solidFill>
                  <a:srgbClr val="00667A"/>
                </a:solidFill>
                <a:latin typeface="Arial" panose="020B0604020202020204" pitchFamily="34" charset="0"/>
                <a:cs typeface="Arial" panose="020B0604020202020204" pitchFamily="34" charset="0"/>
              </a:rPr>
              <a:t>ICTSAD507 </a:t>
            </a:r>
            <a:r>
              <a:rPr lang="en-US" dirty="0">
                <a:solidFill>
                  <a:srgbClr val="00667A"/>
                </a:solidFill>
                <a:latin typeface="Arial" panose="020B0604020202020204" pitchFamily="34" charset="0"/>
                <a:cs typeface="Arial" panose="020B0604020202020204" pitchFamily="34" charset="0"/>
              </a:rPr>
              <a:t>Design and implement quality assurance processes for business solutions </a:t>
            </a:r>
          </a:p>
        </p:txBody>
      </p:sp>
    </p:spTree>
    <p:extLst>
      <p:ext uri="{BB962C8B-B14F-4D97-AF65-F5344CB8AC3E}">
        <p14:creationId xmlns:p14="http://schemas.microsoft.com/office/powerpoint/2010/main" val="405183352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00667A"/>
        </a:solidFill>
        <a:effectLst/>
      </p:bgPr>
    </p:bg>
    <p:spTree>
      <p:nvGrpSpPr>
        <p:cNvPr id="1" name=""/>
        <p:cNvGrpSpPr/>
        <p:nvPr/>
      </p:nvGrpSpPr>
      <p:grpSpPr>
        <a:xfrm>
          <a:off x="0" y="0"/>
          <a:ext cx="0" cy="0"/>
          <a:chOff x="0" y="0"/>
          <a:chExt cx="0" cy="0"/>
        </a:xfrm>
      </p:grpSpPr>
      <p:sp>
        <p:nvSpPr>
          <p:cNvPr id="2" name="AutoShape 2"/>
          <p:cNvSpPr/>
          <p:nvPr/>
        </p:nvSpPr>
        <p:spPr>
          <a:xfrm>
            <a:off x="0" y="7886700"/>
            <a:ext cx="18288000" cy="1621070"/>
          </a:xfrm>
          <a:prstGeom prst="rect">
            <a:avLst/>
          </a:prstGeom>
          <a:solidFill>
            <a:schemeClr val="bg1"/>
          </a:solidFill>
        </p:spPr>
        <p:txBody>
          <a:bodyPr/>
          <a:lstStyle/>
          <a:p>
            <a:endParaRPr lang="en-US"/>
          </a:p>
        </p:txBody>
      </p:sp>
      <p:sp>
        <p:nvSpPr>
          <p:cNvPr id="3" name="TextBox 3"/>
          <p:cNvSpPr txBox="1"/>
          <p:nvPr/>
        </p:nvSpPr>
        <p:spPr>
          <a:xfrm>
            <a:off x="990600" y="8325338"/>
            <a:ext cx="16745495" cy="697948"/>
          </a:xfrm>
          <a:prstGeom prst="rect">
            <a:avLst/>
          </a:prstGeom>
        </p:spPr>
        <p:txBody>
          <a:bodyPr wrap="square" lIns="0" tIns="0" rIns="0" bIns="0" rtlCol="0" anchor="t">
            <a:spAutoFit/>
          </a:bodyPr>
          <a:lstStyle/>
          <a:p>
            <a:pPr algn="r">
              <a:lnSpc>
                <a:spcPts val="5759"/>
              </a:lnSpc>
            </a:pPr>
            <a:r>
              <a:rPr lang="en-US" sz="4600" spc="192" dirty="0">
                <a:solidFill>
                  <a:srgbClr val="00667A"/>
                </a:solidFill>
                <a:latin typeface="Arial" panose="020B0604020202020204" pitchFamily="34" charset="0"/>
                <a:cs typeface="Arial" panose="020B0604020202020204" pitchFamily="34" charset="0"/>
              </a:rPr>
              <a:t>Topic 1: Planning</a:t>
            </a:r>
          </a:p>
        </p:txBody>
      </p:sp>
      <p:sp>
        <p:nvSpPr>
          <p:cNvPr id="4" name="TextBox 4"/>
          <p:cNvSpPr txBox="1"/>
          <p:nvPr/>
        </p:nvSpPr>
        <p:spPr>
          <a:xfrm>
            <a:off x="2209800" y="1676834"/>
            <a:ext cx="14935200" cy="3238066"/>
          </a:xfrm>
          <a:prstGeom prst="rect">
            <a:avLst/>
          </a:prstGeom>
        </p:spPr>
        <p:txBody>
          <a:bodyPr wrap="square" lIns="0" tIns="0" rIns="0" bIns="0" rtlCol="0" anchor="t">
            <a:spAutoFit/>
          </a:bodyPr>
          <a:lstStyle/>
          <a:p>
            <a:pPr>
              <a:lnSpc>
                <a:spcPct val="114000"/>
              </a:lnSpc>
              <a:spcBef>
                <a:spcPts val="600"/>
              </a:spcBef>
              <a:spcAft>
                <a:spcPts val="600"/>
              </a:spcAft>
            </a:pPr>
            <a:r>
              <a:rPr lang="en-US" sz="3200" b="1" spc="200" dirty="0">
                <a:solidFill>
                  <a:schemeClr val="bg1"/>
                </a:solidFill>
                <a:latin typeface="Arial" panose="020B0604020202020204" pitchFamily="34" charset="0"/>
                <a:cs typeface="Arial" panose="020B0604020202020204" pitchFamily="34" charset="0"/>
              </a:rPr>
              <a:t>ACTIVITY: PROJECT</a:t>
            </a:r>
            <a:endParaRPr lang="en-US" sz="2500" b="1" spc="200" dirty="0">
              <a:solidFill>
                <a:schemeClr val="bg1"/>
              </a:solidFill>
              <a:latin typeface="Arial" panose="020B0604020202020204" pitchFamily="34" charset="0"/>
              <a:cs typeface="Arial" panose="020B0604020202020204" pitchFamily="34" charset="0"/>
            </a:endParaRPr>
          </a:p>
          <a:p>
            <a:pPr>
              <a:lnSpc>
                <a:spcPct val="114000"/>
              </a:lnSpc>
              <a:spcBef>
                <a:spcPts val="600"/>
              </a:spcBef>
              <a:spcAft>
                <a:spcPts val="600"/>
              </a:spcAft>
            </a:pPr>
            <a:r>
              <a:rPr lang="en-US" sz="3000" spc="25" dirty="0">
                <a:solidFill>
                  <a:schemeClr val="bg1"/>
                </a:solidFill>
                <a:latin typeface="Arial" panose="020B0604020202020204" pitchFamily="34" charset="0"/>
                <a:cs typeface="Arial" panose="020B0604020202020204" pitchFamily="34" charset="0"/>
              </a:rPr>
              <a:t>You may work in pairs for this activity.</a:t>
            </a:r>
          </a:p>
          <a:p>
            <a:pPr>
              <a:lnSpc>
                <a:spcPct val="114000"/>
              </a:lnSpc>
              <a:spcBef>
                <a:spcPts val="600"/>
              </a:spcBef>
              <a:spcAft>
                <a:spcPts val="600"/>
              </a:spcAft>
            </a:pPr>
            <a:r>
              <a:rPr lang="en-US" sz="3000" spc="25" dirty="0">
                <a:solidFill>
                  <a:schemeClr val="bg1"/>
                </a:solidFill>
                <a:latin typeface="Arial" panose="020B0604020202020204" pitchFamily="34" charset="0"/>
                <a:cs typeface="Arial" panose="020B0604020202020204" pitchFamily="34" charset="0"/>
              </a:rPr>
              <a:t>Consider one aspect of web development, the design.</a:t>
            </a:r>
          </a:p>
          <a:p>
            <a:pPr>
              <a:lnSpc>
                <a:spcPct val="114000"/>
              </a:lnSpc>
              <a:spcBef>
                <a:spcPts val="600"/>
              </a:spcBef>
              <a:spcAft>
                <a:spcPts val="600"/>
              </a:spcAft>
            </a:pPr>
            <a:r>
              <a:rPr lang="en-US" sz="3000" spc="25" dirty="0">
                <a:solidFill>
                  <a:schemeClr val="bg1"/>
                </a:solidFill>
                <a:latin typeface="Arial" panose="020B0604020202020204" pitchFamily="34" charset="0"/>
                <a:cs typeface="Arial" panose="020B0604020202020204" pitchFamily="34" charset="0"/>
              </a:rPr>
              <a:t>Create a checklist that could be used to check for quality assurance in web design.</a:t>
            </a:r>
          </a:p>
          <a:p>
            <a:pPr>
              <a:lnSpc>
                <a:spcPct val="114000"/>
              </a:lnSpc>
              <a:spcBef>
                <a:spcPts val="600"/>
              </a:spcBef>
              <a:spcAft>
                <a:spcPts val="600"/>
              </a:spcAft>
            </a:pPr>
            <a:r>
              <a:rPr lang="en-US" sz="3000" spc="25" dirty="0">
                <a:solidFill>
                  <a:schemeClr val="bg1"/>
                </a:solidFill>
                <a:latin typeface="Arial" panose="020B0604020202020204" pitchFamily="34" charset="0"/>
                <a:cs typeface="Arial" panose="020B0604020202020204" pitchFamily="34" charset="0"/>
              </a:rPr>
              <a:t>You can use a website as an example.</a:t>
            </a:r>
          </a:p>
        </p:txBody>
      </p:sp>
      <p:grpSp>
        <p:nvGrpSpPr>
          <p:cNvPr id="17" name="Group 16">
            <a:extLst>
              <a:ext uri="{FF2B5EF4-FFF2-40B4-BE49-F238E27FC236}">
                <a16:creationId xmlns:a16="http://schemas.microsoft.com/office/drawing/2014/main" id="{9BC53F16-C04B-4406-BBF9-D518BC5BACFE}"/>
              </a:ext>
            </a:extLst>
          </p:cNvPr>
          <p:cNvGrpSpPr/>
          <p:nvPr/>
        </p:nvGrpSpPr>
        <p:grpSpPr>
          <a:xfrm>
            <a:off x="1028700" y="495300"/>
            <a:ext cx="17259300" cy="218203"/>
            <a:chOff x="1028700" y="723900"/>
            <a:chExt cx="17259300" cy="218203"/>
          </a:xfrm>
          <a:solidFill>
            <a:schemeClr val="bg1"/>
          </a:solidFill>
        </p:grpSpPr>
        <p:sp>
          <p:nvSpPr>
            <p:cNvPr id="6" name="AutoShape 6"/>
            <p:cNvSpPr/>
            <p:nvPr/>
          </p:nvSpPr>
          <p:spPr>
            <a:xfrm>
              <a:off x="1044000" y="826884"/>
              <a:ext cx="17244000" cy="20795"/>
            </a:xfrm>
            <a:prstGeom prst="rect">
              <a:avLst/>
            </a:prstGeom>
            <a:grpFill/>
          </p:spPr>
          <p:txBody>
            <a:bodyPr/>
            <a:lstStyle/>
            <a:p>
              <a:endParaRPr lang="en-US"/>
            </a:p>
          </p:txBody>
        </p:sp>
        <p:sp>
          <p:nvSpPr>
            <p:cNvPr id="7" name="AutoShape 7"/>
            <p:cNvSpPr/>
            <p:nvPr/>
          </p:nvSpPr>
          <p:spPr>
            <a:xfrm>
              <a:off x="1028700" y="723900"/>
              <a:ext cx="219025" cy="209643"/>
            </a:xfrm>
            <a:prstGeom prst="rect">
              <a:avLst/>
            </a:prstGeom>
            <a:grpFill/>
          </p:spPr>
          <p:txBody>
            <a:bodyPr/>
            <a:lstStyle/>
            <a:p>
              <a:endParaRPr lang="en-US"/>
            </a:p>
          </p:txBody>
        </p:sp>
        <p:sp>
          <p:nvSpPr>
            <p:cNvPr id="8" name="AutoShape 8"/>
            <p:cNvSpPr/>
            <p:nvPr/>
          </p:nvSpPr>
          <p:spPr>
            <a:xfrm>
              <a:off x="6856574" y="732460"/>
              <a:ext cx="219025" cy="209643"/>
            </a:xfrm>
            <a:prstGeom prst="rect">
              <a:avLst/>
            </a:prstGeom>
            <a:grpFill/>
          </p:spPr>
          <p:txBody>
            <a:bodyPr/>
            <a:lstStyle/>
            <a:p>
              <a:endParaRPr lang="en-US"/>
            </a:p>
          </p:txBody>
        </p:sp>
        <p:sp>
          <p:nvSpPr>
            <p:cNvPr id="9" name="AutoShape 9"/>
            <p:cNvSpPr/>
            <p:nvPr/>
          </p:nvSpPr>
          <p:spPr>
            <a:xfrm>
              <a:off x="12684448" y="732460"/>
              <a:ext cx="219025" cy="209643"/>
            </a:xfrm>
            <a:prstGeom prst="rect">
              <a:avLst/>
            </a:prstGeom>
            <a:grpFill/>
          </p:spPr>
          <p:txBody>
            <a:bodyPr/>
            <a:lstStyle/>
            <a:p>
              <a:endParaRPr lang="en-US"/>
            </a:p>
          </p:txBody>
        </p:sp>
      </p:grpSp>
      <p:pic>
        <p:nvPicPr>
          <p:cNvPr id="12" name="Graphic 11" descr="Head with gears">
            <a:extLst>
              <a:ext uri="{FF2B5EF4-FFF2-40B4-BE49-F238E27FC236}">
                <a16:creationId xmlns:a16="http://schemas.microsoft.com/office/drawing/2014/main" id="{24660D36-8AF2-4286-AAA9-78D28F426CF7}"/>
              </a:ext>
            </a:extLst>
          </p:cNvPr>
          <p:cNvPicPr>
            <a:picLocks noChangeAspect="1"/>
          </p:cNvPicPr>
          <p:nvPr/>
        </p:nvPicPr>
        <p:blipFill>
          <a:blip r:embed="rId3">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flipH="1">
            <a:off x="643741" y="1676834"/>
            <a:ext cx="1207968" cy="1207968"/>
          </a:xfrm>
          <a:prstGeom prst="rect">
            <a:avLst/>
          </a:prstGeom>
        </p:spPr>
      </p:pic>
      <p:sp>
        <p:nvSpPr>
          <p:cNvPr id="18" name="Footer Placeholder 9">
            <a:extLst>
              <a:ext uri="{FF2B5EF4-FFF2-40B4-BE49-F238E27FC236}">
                <a16:creationId xmlns:a16="http://schemas.microsoft.com/office/drawing/2014/main" id="{28DCC937-298F-458D-B2D1-4B0524F6D728}"/>
              </a:ext>
            </a:extLst>
          </p:cNvPr>
          <p:cNvSpPr txBox="1">
            <a:spLocks/>
          </p:cNvSpPr>
          <p:nvPr/>
        </p:nvSpPr>
        <p:spPr>
          <a:xfrm>
            <a:off x="15163800" y="9715499"/>
            <a:ext cx="2895600"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endParaRPr lang="en-US" dirty="0">
              <a:solidFill>
                <a:schemeClr val="bg1"/>
              </a:solidFill>
              <a:latin typeface="Arial" panose="020B0604020202020204" pitchFamily="34" charset="0"/>
              <a:cs typeface="Arial" panose="020B0604020202020204" pitchFamily="34" charset="0"/>
            </a:endParaRPr>
          </a:p>
        </p:txBody>
      </p:sp>
      <p:sp>
        <p:nvSpPr>
          <p:cNvPr id="14" name="Slide Number Placeholder 10">
            <a:extLst>
              <a:ext uri="{FF2B5EF4-FFF2-40B4-BE49-F238E27FC236}">
                <a16:creationId xmlns:a16="http://schemas.microsoft.com/office/drawing/2014/main" id="{2CC8EE72-4EB2-A843-A602-EEAF09A8A808}"/>
              </a:ext>
            </a:extLst>
          </p:cNvPr>
          <p:cNvSpPr txBox="1">
            <a:spLocks/>
          </p:cNvSpPr>
          <p:nvPr/>
        </p:nvSpPr>
        <p:spPr>
          <a:xfrm>
            <a:off x="17526000" y="164563"/>
            <a:ext cx="478452" cy="347857"/>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6F15528-21DE-4FAA-801E-634DDDAF4B2B}" type="slidenum">
              <a:rPr lang="en-US" smtClean="0">
                <a:solidFill>
                  <a:schemeClr val="bg1"/>
                </a:solidFill>
                <a:latin typeface="Arial" panose="020B0604020202020204" pitchFamily="34" charset="0"/>
                <a:cs typeface="Arial" panose="020B0604020202020204" pitchFamily="34" charset="0"/>
              </a:rPr>
              <a:pPr/>
              <a:t>16</a:t>
            </a:fld>
            <a:endParaRPr lang="en-US" dirty="0">
              <a:solidFill>
                <a:schemeClr val="bg1"/>
              </a:solidFill>
              <a:latin typeface="Arial" panose="020B0604020202020204" pitchFamily="34" charset="0"/>
              <a:cs typeface="Arial" panose="020B0604020202020204" pitchFamily="34" charset="0"/>
            </a:endParaRPr>
          </a:p>
        </p:txBody>
      </p:sp>
      <p:sp>
        <p:nvSpPr>
          <p:cNvPr id="16" name="Footer Placeholder 9">
            <a:extLst>
              <a:ext uri="{FF2B5EF4-FFF2-40B4-BE49-F238E27FC236}">
                <a16:creationId xmlns:a16="http://schemas.microsoft.com/office/drawing/2014/main" id="{AB9BE680-5A93-6744-9278-BEC84DF3AC8D}"/>
              </a:ext>
            </a:extLst>
          </p:cNvPr>
          <p:cNvSpPr>
            <a:spLocks noGrp="1"/>
          </p:cNvSpPr>
          <p:nvPr>
            <p:ph type="ftr" sz="quarter" idx="11"/>
          </p:nvPr>
        </p:nvSpPr>
        <p:spPr>
          <a:xfrm>
            <a:off x="533400" y="9715499"/>
            <a:ext cx="6019800" cy="442894"/>
          </a:xfrm>
        </p:spPr>
        <p:txBody>
          <a:bodyPr/>
          <a:lstStyle/>
          <a:p>
            <a:pPr algn="l"/>
            <a:r>
              <a:rPr lang="en-US" b="1" dirty="0">
                <a:solidFill>
                  <a:schemeClr val="bg1"/>
                </a:solidFill>
                <a:latin typeface="Arial" panose="020B0604020202020204" pitchFamily="34" charset="0"/>
                <a:cs typeface="Arial" panose="020B0604020202020204" pitchFamily="34" charset="0"/>
              </a:rPr>
              <a:t>ICTSAD507 </a:t>
            </a:r>
            <a:r>
              <a:rPr lang="en-US" dirty="0">
                <a:solidFill>
                  <a:schemeClr val="bg1"/>
                </a:solidFill>
                <a:latin typeface="Arial" panose="020B0604020202020204" pitchFamily="34" charset="0"/>
                <a:cs typeface="Arial" panose="020B0604020202020204" pitchFamily="34" charset="0"/>
              </a:rPr>
              <a:t>Design and implement quality assurance processes for business solutions </a:t>
            </a:r>
          </a:p>
        </p:txBody>
      </p:sp>
    </p:spTree>
    <p:extLst>
      <p:ext uri="{BB962C8B-B14F-4D97-AF65-F5344CB8AC3E}">
        <p14:creationId xmlns:p14="http://schemas.microsoft.com/office/powerpoint/2010/main" val="175323429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3"/>
          <p:cNvSpPr txBox="1"/>
          <p:nvPr/>
        </p:nvSpPr>
        <p:spPr>
          <a:xfrm>
            <a:off x="5603551" y="8746411"/>
            <a:ext cx="11716295" cy="717197"/>
          </a:xfrm>
          <a:prstGeom prst="rect">
            <a:avLst/>
          </a:prstGeom>
        </p:spPr>
        <p:txBody>
          <a:bodyPr lIns="0" tIns="0" rIns="0" bIns="0" rtlCol="0" anchor="t">
            <a:spAutoFit/>
          </a:bodyPr>
          <a:lstStyle/>
          <a:p>
            <a:pPr algn="r">
              <a:lnSpc>
                <a:spcPts val="5759"/>
              </a:lnSpc>
            </a:pPr>
            <a:r>
              <a:rPr lang="en-US" sz="4800" spc="192" dirty="0">
                <a:solidFill>
                  <a:srgbClr val="F4F8F3"/>
                </a:solidFill>
                <a:latin typeface="Montserrat Light"/>
              </a:rPr>
              <a:t>Topic 1: Insert topic title </a:t>
            </a:r>
          </a:p>
        </p:txBody>
      </p:sp>
      <p:grpSp>
        <p:nvGrpSpPr>
          <p:cNvPr id="5" name="Group 5"/>
          <p:cNvGrpSpPr/>
          <p:nvPr/>
        </p:nvGrpSpPr>
        <p:grpSpPr>
          <a:xfrm>
            <a:off x="1028700" y="446788"/>
            <a:ext cx="17244000" cy="220040"/>
            <a:chOff x="0" y="0"/>
            <a:chExt cx="23454501" cy="293386"/>
          </a:xfrm>
          <a:solidFill>
            <a:srgbClr val="00667A"/>
          </a:solidFill>
        </p:grpSpPr>
        <p:sp>
          <p:nvSpPr>
            <p:cNvPr id="6" name="AutoShape 6"/>
            <p:cNvSpPr/>
            <p:nvPr/>
          </p:nvSpPr>
          <p:spPr>
            <a:xfrm>
              <a:off x="0" y="125899"/>
              <a:ext cx="23454501" cy="27726"/>
            </a:xfrm>
            <a:prstGeom prst="rect">
              <a:avLst/>
            </a:prstGeom>
            <a:grpFill/>
          </p:spPr>
          <p:txBody>
            <a:bodyPr/>
            <a:lstStyle/>
            <a:p>
              <a:endParaRPr lang="en-US"/>
            </a:p>
          </p:txBody>
        </p:sp>
        <p:sp>
          <p:nvSpPr>
            <p:cNvPr id="7" name="AutoShape 7"/>
            <p:cNvSpPr/>
            <p:nvPr/>
          </p:nvSpPr>
          <p:spPr>
            <a:xfrm>
              <a:off x="0" y="13863"/>
              <a:ext cx="292033" cy="279524"/>
            </a:xfrm>
            <a:prstGeom prst="rect">
              <a:avLst/>
            </a:prstGeom>
            <a:grpFill/>
          </p:spPr>
          <p:txBody>
            <a:bodyPr/>
            <a:lstStyle/>
            <a:p>
              <a:endParaRPr lang="en-US"/>
            </a:p>
          </p:txBody>
        </p:sp>
        <p:sp>
          <p:nvSpPr>
            <p:cNvPr id="8" name="AutoShape 8"/>
            <p:cNvSpPr/>
            <p:nvPr/>
          </p:nvSpPr>
          <p:spPr>
            <a:xfrm>
              <a:off x="7770499" y="0"/>
              <a:ext cx="292033" cy="279524"/>
            </a:xfrm>
            <a:prstGeom prst="rect">
              <a:avLst/>
            </a:prstGeom>
            <a:grpFill/>
          </p:spPr>
          <p:txBody>
            <a:bodyPr/>
            <a:lstStyle/>
            <a:p>
              <a:endParaRPr lang="en-US"/>
            </a:p>
          </p:txBody>
        </p:sp>
        <p:sp>
          <p:nvSpPr>
            <p:cNvPr id="9" name="AutoShape 9"/>
            <p:cNvSpPr/>
            <p:nvPr/>
          </p:nvSpPr>
          <p:spPr>
            <a:xfrm>
              <a:off x="15540998" y="0"/>
              <a:ext cx="292033" cy="279524"/>
            </a:xfrm>
            <a:prstGeom prst="rect">
              <a:avLst/>
            </a:prstGeom>
            <a:grpFill/>
          </p:spPr>
          <p:txBody>
            <a:bodyPr/>
            <a:lstStyle/>
            <a:p>
              <a:endParaRPr lang="en-US"/>
            </a:p>
          </p:txBody>
        </p:sp>
      </p:grpSp>
      <p:sp>
        <p:nvSpPr>
          <p:cNvPr id="12" name="AutoShape 2">
            <a:extLst>
              <a:ext uri="{FF2B5EF4-FFF2-40B4-BE49-F238E27FC236}">
                <a16:creationId xmlns:a16="http://schemas.microsoft.com/office/drawing/2014/main" id="{54B605DE-63C5-4B19-89D4-FD69EFF21B44}"/>
              </a:ext>
            </a:extLst>
          </p:cNvPr>
          <p:cNvSpPr/>
          <p:nvPr/>
        </p:nvSpPr>
        <p:spPr>
          <a:xfrm>
            <a:off x="0" y="7886700"/>
            <a:ext cx="18288000" cy="1621070"/>
          </a:xfrm>
          <a:prstGeom prst="rect">
            <a:avLst/>
          </a:prstGeom>
          <a:solidFill>
            <a:srgbClr val="00667A"/>
          </a:solidFill>
        </p:spPr>
        <p:txBody>
          <a:bodyPr/>
          <a:lstStyle/>
          <a:p>
            <a:endParaRPr lang="en-AU"/>
          </a:p>
        </p:txBody>
      </p:sp>
      <p:sp>
        <p:nvSpPr>
          <p:cNvPr id="17" name="TextBox 4">
            <a:extLst>
              <a:ext uri="{FF2B5EF4-FFF2-40B4-BE49-F238E27FC236}">
                <a16:creationId xmlns:a16="http://schemas.microsoft.com/office/drawing/2014/main" id="{EAC90A64-36BA-4EF5-BA95-DA478EAEA9E6}"/>
              </a:ext>
            </a:extLst>
          </p:cNvPr>
          <p:cNvSpPr txBox="1"/>
          <p:nvPr/>
        </p:nvSpPr>
        <p:spPr>
          <a:xfrm>
            <a:off x="1028700" y="1676834"/>
            <a:ext cx="12687300" cy="4444550"/>
          </a:xfrm>
          <a:prstGeom prst="rect">
            <a:avLst/>
          </a:prstGeom>
        </p:spPr>
        <p:txBody>
          <a:bodyPr wrap="square" lIns="0" tIns="0" rIns="0" bIns="0" rtlCol="0" anchor="t">
            <a:spAutoFit/>
          </a:bodyPr>
          <a:lstStyle/>
          <a:p>
            <a:pPr>
              <a:lnSpc>
                <a:spcPct val="114000"/>
              </a:lnSpc>
              <a:spcBef>
                <a:spcPts val="600"/>
              </a:spcBef>
              <a:spcAft>
                <a:spcPts val="600"/>
              </a:spcAft>
            </a:pPr>
            <a:r>
              <a:rPr lang="en-US" sz="3200" b="1" spc="25" dirty="0">
                <a:solidFill>
                  <a:srgbClr val="00667A"/>
                </a:solidFill>
                <a:latin typeface="Arial" panose="020B0604020202020204" pitchFamily="34" charset="0"/>
                <a:cs typeface="Arial" panose="020B0604020202020204" pitchFamily="34" charset="0"/>
              </a:rPr>
              <a:t>BENCHMARKS</a:t>
            </a:r>
          </a:p>
          <a:p>
            <a:pPr>
              <a:lnSpc>
                <a:spcPct val="114000"/>
              </a:lnSpc>
              <a:spcBef>
                <a:spcPts val="600"/>
              </a:spcBef>
              <a:spcAft>
                <a:spcPts val="600"/>
              </a:spcAft>
            </a:pPr>
            <a:r>
              <a:rPr lang="en-US" sz="3000" spc="25" dirty="0">
                <a:solidFill>
                  <a:srgbClr val="00667A"/>
                </a:solidFill>
                <a:latin typeface="Arial" panose="020B0604020202020204" pitchFamily="34" charset="0"/>
                <a:cs typeface="Arial" panose="020B0604020202020204" pitchFamily="34" charset="0"/>
              </a:rPr>
              <a:t>Quality assurance must also include standards or benchmarks. These can include: </a:t>
            </a:r>
          </a:p>
          <a:p>
            <a:pPr marL="457200" indent="-457200">
              <a:lnSpc>
                <a:spcPct val="114000"/>
              </a:lnSpc>
              <a:spcBef>
                <a:spcPts val="600"/>
              </a:spcBef>
              <a:spcAft>
                <a:spcPts val="600"/>
              </a:spcAft>
              <a:buFont typeface="Arial" panose="020B0604020202020204" pitchFamily="34" charset="0"/>
              <a:buChar char="•"/>
            </a:pPr>
            <a:r>
              <a:rPr lang="en-US" sz="3000" spc="25" dirty="0">
                <a:solidFill>
                  <a:srgbClr val="00667A"/>
                </a:solidFill>
                <a:latin typeface="Arial" panose="020B0604020202020204" pitchFamily="34" charset="0"/>
                <a:cs typeface="Arial" panose="020B0604020202020204" pitchFamily="34" charset="0"/>
              </a:rPr>
              <a:t>items essential to the project</a:t>
            </a:r>
          </a:p>
          <a:p>
            <a:pPr marL="457200" indent="-457200">
              <a:lnSpc>
                <a:spcPct val="114000"/>
              </a:lnSpc>
              <a:spcBef>
                <a:spcPts val="600"/>
              </a:spcBef>
              <a:spcAft>
                <a:spcPts val="600"/>
              </a:spcAft>
              <a:buFont typeface="Arial" panose="020B0604020202020204" pitchFamily="34" charset="0"/>
              <a:buChar char="•"/>
            </a:pPr>
            <a:r>
              <a:rPr lang="en-US" sz="3000" spc="25" dirty="0">
                <a:solidFill>
                  <a:srgbClr val="00667A"/>
                </a:solidFill>
                <a:latin typeface="Arial" panose="020B0604020202020204" pitchFamily="34" charset="0"/>
                <a:cs typeface="Arial" panose="020B0604020202020204" pitchFamily="34" charset="0"/>
              </a:rPr>
              <a:t>measurement of items </a:t>
            </a:r>
          </a:p>
          <a:p>
            <a:pPr marL="457200" indent="-457200">
              <a:lnSpc>
                <a:spcPct val="114000"/>
              </a:lnSpc>
              <a:spcBef>
                <a:spcPts val="600"/>
              </a:spcBef>
              <a:spcAft>
                <a:spcPts val="600"/>
              </a:spcAft>
              <a:buFont typeface="Arial" panose="020B0604020202020204" pitchFamily="34" charset="0"/>
              <a:buChar char="•"/>
            </a:pPr>
            <a:r>
              <a:rPr lang="en-US" sz="3000" spc="25" dirty="0">
                <a:solidFill>
                  <a:srgbClr val="00667A"/>
                </a:solidFill>
                <a:latin typeface="Arial" panose="020B0604020202020204" pitchFamily="34" charset="0"/>
                <a:cs typeface="Arial" panose="020B0604020202020204" pitchFamily="34" charset="0"/>
              </a:rPr>
              <a:t>a unit of measure and standard for each item identified </a:t>
            </a:r>
          </a:p>
          <a:p>
            <a:pPr marL="457200" indent="-457200">
              <a:lnSpc>
                <a:spcPct val="114000"/>
              </a:lnSpc>
              <a:spcBef>
                <a:spcPts val="600"/>
              </a:spcBef>
              <a:spcAft>
                <a:spcPts val="600"/>
              </a:spcAft>
              <a:buFont typeface="Arial" panose="020B0604020202020204" pitchFamily="34" charset="0"/>
              <a:buChar char="•"/>
            </a:pPr>
            <a:r>
              <a:rPr lang="en-US" sz="3000" spc="25" dirty="0">
                <a:solidFill>
                  <a:srgbClr val="00667A"/>
                </a:solidFill>
                <a:latin typeface="Arial" panose="020B0604020202020204" pitchFamily="34" charset="0"/>
                <a:cs typeface="Arial" panose="020B0604020202020204" pitchFamily="34" charset="0"/>
              </a:rPr>
              <a:t>any items that can be compromised if required.</a:t>
            </a:r>
          </a:p>
        </p:txBody>
      </p:sp>
      <p:sp>
        <p:nvSpPr>
          <p:cNvPr id="13" name="TextBox 3">
            <a:extLst>
              <a:ext uri="{FF2B5EF4-FFF2-40B4-BE49-F238E27FC236}">
                <a16:creationId xmlns:a16="http://schemas.microsoft.com/office/drawing/2014/main" id="{A31A0CE9-BF08-435F-8682-EFAE4D36D398}"/>
              </a:ext>
            </a:extLst>
          </p:cNvPr>
          <p:cNvSpPr txBox="1"/>
          <p:nvPr/>
        </p:nvSpPr>
        <p:spPr>
          <a:xfrm>
            <a:off x="990600" y="8325338"/>
            <a:ext cx="16745495" cy="697948"/>
          </a:xfrm>
          <a:prstGeom prst="rect">
            <a:avLst/>
          </a:prstGeom>
        </p:spPr>
        <p:txBody>
          <a:bodyPr wrap="square" lIns="0" tIns="0" rIns="0" bIns="0" rtlCol="0" anchor="t">
            <a:spAutoFit/>
          </a:bodyPr>
          <a:lstStyle/>
          <a:p>
            <a:pPr algn="r">
              <a:lnSpc>
                <a:spcPts val="5759"/>
              </a:lnSpc>
            </a:pPr>
            <a:r>
              <a:rPr lang="en-US" sz="4600" spc="192" dirty="0">
                <a:solidFill>
                  <a:schemeClr val="bg1"/>
                </a:solidFill>
                <a:latin typeface="Arial" panose="020B0604020202020204" pitchFamily="34" charset="0"/>
                <a:cs typeface="Arial" panose="020B0604020202020204" pitchFamily="34" charset="0"/>
              </a:rPr>
              <a:t>Topic 1: Planning</a:t>
            </a:r>
          </a:p>
        </p:txBody>
      </p:sp>
      <p:sp>
        <p:nvSpPr>
          <p:cNvPr id="14" name="Slide Number Placeholder 10">
            <a:extLst>
              <a:ext uri="{FF2B5EF4-FFF2-40B4-BE49-F238E27FC236}">
                <a16:creationId xmlns:a16="http://schemas.microsoft.com/office/drawing/2014/main" id="{5BC0C534-ADAF-D84D-81C8-2A1D2405EFB8}"/>
              </a:ext>
            </a:extLst>
          </p:cNvPr>
          <p:cNvSpPr txBox="1">
            <a:spLocks/>
          </p:cNvSpPr>
          <p:nvPr/>
        </p:nvSpPr>
        <p:spPr>
          <a:xfrm>
            <a:off x="17526000" y="164563"/>
            <a:ext cx="478452" cy="347857"/>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6F15528-21DE-4FAA-801E-634DDDAF4B2B}" type="slidenum">
              <a:rPr lang="en-US" b="1" smtClean="0">
                <a:solidFill>
                  <a:srgbClr val="31859C"/>
                </a:solidFill>
                <a:latin typeface="Arial" panose="020B0604020202020204" pitchFamily="34" charset="0"/>
                <a:cs typeface="Arial" panose="020B0604020202020204" pitchFamily="34" charset="0"/>
              </a:rPr>
              <a:pPr/>
              <a:t>17</a:t>
            </a:fld>
            <a:endParaRPr lang="en-US" b="1" dirty="0">
              <a:solidFill>
                <a:srgbClr val="31859C"/>
              </a:solidFill>
              <a:latin typeface="Arial" panose="020B0604020202020204" pitchFamily="34" charset="0"/>
              <a:cs typeface="Arial" panose="020B0604020202020204" pitchFamily="34" charset="0"/>
            </a:endParaRPr>
          </a:p>
        </p:txBody>
      </p:sp>
      <p:sp>
        <p:nvSpPr>
          <p:cNvPr id="16" name="Footer Placeholder 9">
            <a:extLst>
              <a:ext uri="{FF2B5EF4-FFF2-40B4-BE49-F238E27FC236}">
                <a16:creationId xmlns:a16="http://schemas.microsoft.com/office/drawing/2014/main" id="{91238751-4B41-A64D-9256-38165806A582}"/>
              </a:ext>
            </a:extLst>
          </p:cNvPr>
          <p:cNvSpPr txBox="1">
            <a:spLocks/>
          </p:cNvSpPr>
          <p:nvPr/>
        </p:nvSpPr>
        <p:spPr>
          <a:xfrm>
            <a:off x="15163800" y="9715499"/>
            <a:ext cx="2895600"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endParaRPr lang="en-US" dirty="0">
              <a:solidFill>
                <a:srgbClr val="00667A"/>
              </a:solidFill>
              <a:latin typeface="Arial" panose="020B0604020202020204" pitchFamily="34" charset="0"/>
              <a:cs typeface="Arial" panose="020B0604020202020204" pitchFamily="34" charset="0"/>
            </a:endParaRPr>
          </a:p>
        </p:txBody>
      </p:sp>
      <p:sp>
        <p:nvSpPr>
          <p:cNvPr id="15" name="Footer Placeholder 9">
            <a:extLst>
              <a:ext uri="{FF2B5EF4-FFF2-40B4-BE49-F238E27FC236}">
                <a16:creationId xmlns:a16="http://schemas.microsoft.com/office/drawing/2014/main" id="{976232BB-FC90-084A-A77F-98BBE7BA4C6D}"/>
              </a:ext>
            </a:extLst>
          </p:cNvPr>
          <p:cNvSpPr>
            <a:spLocks noGrp="1"/>
          </p:cNvSpPr>
          <p:nvPr>
            <p:ph type="ftr" sz="quarter" idx="11"/>
          </p:nvPr>
        </p:nvSpPr>
        <p:spPr>
          <a:xfrm>
            <a:off x="533400" y="9715499"/>
            <a:ext cx="6019800" cy="442894"/>
          </a:xfrm>
        </p:spPr>
        <p:txBody>
          <a:bodyPr/>
          <a:lstStyle/>
          <a:p>
            <a:pPr algn="l"/>
            <a:r>
              <a:rPr lang="en-US" b="1" dirty="0">
                <a:solidFill>
                  <a:srgbClr val="00667A"/>
                </a:solidFill>
                <a:latin typeface="Arial" panose="020B0604020202020204" pitchFamily="34" charset="0"/>
                <a:cs typeface="Arial" panose="020B0604020202020204" pitchFamily="34" charset="0"/>
              </a:rPr>
              <a:t>ICTSAD507 </a:t>
            </a:r>
            <a:r>
              <a:rPr lang="en-US" dirty="0">
                <a:solidFill>
                  <a:srgbClr val="00667A"/>
                </a:solidFill>
                <a:latin typeface="Arial" panose="020B0604020202020204" pitchFamily="34" charset="0"/>
                <a:cs typeface="Arial" panose="020B0604020202020204" pitchFamily="34" charset="0"/>
              </a:rPr>
              <a:t>Design and implement quality assurance processes for business solutions </a:t>
            </a:r>
          </a:p>
        </p:txBody>
      </p:sp>
    </p:spTree>
    <p:extLst>
      <p:ext uri="{BB962C8B-B14F-4D97-AF65-F5344CB8AC3E}">
        <p14:creationId xmlns:p14="http://schemas.microsoft.com/office/powerpoint/2010/main" val="109861719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3"/>
          <p:cNvSpPr txBox="1"/>
          <p:nvPr/>
        </p:nvSpPr>
        <p:spPr>
          <a:xfrm>
            <a:off x="5603551" y="8746411"/>
            <a:ext cx="11716295" cy="717197"/>
          </a:xfrm>
          <a:prstGeom prst="rect">
            <a:avLst/>
          </a:prstGeom>
        </p:spPr>
        <p:txBody>
          <a:bodyPr lIns="0" tIns="0" rIns="0" bIns="0" rtlCol="0" anchor="t">
            <a:spAutoFit/>
          </a:bodyPr>
          <a:lstStyle/>
          <a:p>
            <a:pPr algn="r">
              <a:lnSpc>
                <a:spcPts val="5759"/>
              </a:lnSpc>
            </a:pPr>
            <a:r>
              <a:rPr lang="en-US" sz="4800" spc="192" dirty="0">
                <a:solidFill>
                  <a:srgbClr val="F4F8F3"/>
                </a:solidFill>
                <a:latin typeface="Montserrat Light"/>
              </a:rPr>
              <a:t>Topic 1: Insert topic title </a:t>
            </a:r>
          </a:p>
        </p:txBody>
      </p:sp>
      <p:grpSp>
        <p:nvGrpSpPr>
          <p:cNvPr id="5" name="Group 5"/>
          <p:cNvGrpSpPr/>
          <p:nvPr/>
        </p:nvGrpSpPr>
        <p:grpSpPr>
          <a:xfrm>
            <a:off x="1028700" y="446788"/>
            <a:ext cx="17244000" cy="220040"/>
            <a:chOff x="0" y="0"/>
            <a:chExt cx="23454501" cy="293386"/>
          </a:xfrm>
          <a:solidFill>
            <a:srgbClr val="00667A"/>
          </a:solidFill>
        </p:grpSpPr>
        <p:sp>
          <p:nvSpPr>
            <p:cNvPr id="6" name="AutoShape 6"/>
            <p:cNvSpPr/>
            <p:nvPr/>
          </p:nvSpPr>
          <p:spPr>
            <a:xfrm>
              <a:off x="0" y="125899"/>
              <a:ext cx="23454501" cy="27726"/>
            </a:xfrm>
            <a:prstGeom prst="rect">
              <a:avLst/>
            </a:prstGeom>
            <a:grpFill/>
          </p:spPr>
          <p:txBody>
            <a:bodyPr/>
            <a:lstStyle/>
            <a:p>
              <a:endParaRPr lang="en-US"/>
            </a:p>
          </p:txBody>
        </p:sp>
        <p:sp>
          <p:nvSpPr>
            <p:cNvPr id="7" name="AutoShape 7"/>
            <p:cNvSpPr/>
            <p:nvPr/>
          </p:nvSpPr>
          <p:spPr>
            <a:xfrm>
              <a:off x="0" y="13863"/>
              <a:ext cx="292033" cy="279524"/>
            </a:xfrm>
            <a:prstGeom prst="rect">
              <a:avLst/>
            </a:prstGeom>
            <a:grpFill/>
          </p:spPr>
          <p:txBody>
            <a:bodyPr/>
            <a:lstStyle/>
            <a:p>
              <a:endParaRPr lang="en-US"/>
            </a:p>
          </p:txBody>
        </p:sp>
        <p:sp>
          <p:nvSpPr>
            <p:cNvPr id="8" name="AutoShape 8"/>
            <p:cNvSpPr/>
            <p:nvPr/>
          </p:nvSpPr>
          <p:spPr>
            <a:xfrm>
              <a:off x="7770499" y="0"/>
              <a:ext cx="292033" cy="279524"/>
            </a:xfrm>
            <a:prstGeom prst="rect">
              <a:avLst/>
            </a:prstGeom>
            <a:grpFill/>
          </p:spPr>
          <p:txBody>
            <a:bodyPr/>
            <a:lstStyle/>
            <a:p>
              <a:endParaRPr lang="en-US"/>
            </a:p>
          </p:txBody>
        </p:sp>
        <p:sp>
          <p:nvSpPr>
            <p:cNvPr id="9" name="AutoShape 9"/>
            <p:cNvSpPr/>
            <p:nvPr/>
          </p:nvSpPr>
          <p:spPr>
            <a:xfrm>
              <a:off x="15540998" y="0"/>
              <a:ext cx="292033" cy="279524"/>
            </a:xfrm>
            <a:prstGeom prst="rect">
              <a:avLst/>
            </a:prstGeom>
            <a:grpFill/>
          </p:spPr>
          <p:txBody>
            <a:bodyPr/>
            <a:lstStyle/>
            <a:p>
              <a:endParaRPr lang="en-US"/>
            </a:p>
          </p:txBody>
        </p:sp>
      </p:grpSp>
      <p:sp>
        <p:nvSpPr>
          <p:cNvPr id="12" name="AutoShape 2">
            <a:extLst>
              <a:ext uri="{FF2B5EF4-FFF2-40B4-BE49-F238E27FC236}">
                <a16:creationId xmlns:a16="http://schemas.microsoft.com/office/drawing/2014/main" id="{54B605DE-63C5-4B19-89D4-FD69EFF21B44}"/>
              </a:ext>
            </a:extLst>
          </p:cNvPr>
          <p:cNvSpPr/>
          <p:nvPr/>
        </p:nvSpPr>
        <p:spPr>
          <a:xfrm>
            <a:off x="0" y="7886700"/>
            <a:ext cx="18288000" cy="1621070"/>
          </a:xfrm>
          <a:prstGeom prst="rect">
            <a:avLst/>
          </a:prstGeom>
          <a:solidFill>
            <a:srgbClr val="00667A"/>
          </a:solidFill>
        </p:spPr>
        <p:txBody>
          <a:bodyPr/>
          <a:lstStyle/>
          <a:p>
            <a:endParaRPr lang="en-AU"/>
          </a:p>
        </p:txBody>
      </p:sp>
      <p:sp>
        <p:nvSpPr>
          <p:cNvPr id="17" name="TextBox 4">
            <a:extLst>
              <a:ext uri="{FF2B5EF4-FFF2-40B4-BE49-F238E27FC236}">
                <a16:creationId xmlns:a16="http://schemas.microsoft.com/office/drawing/2014/main" id="{EAC90A64-36BA-4EF5-BA95-DA478EAEA9E6}"/>
              </a:ext>
            </a:extLst>
          </p:cNvPr>
          <p:cNvSpPr txBox="1"/>
          <p:nvPr/>
        </p:nvSpPr>
        <p:spPr>
          <a:xfrm>
            <a:off x="1028700" y="1676834"/>
            <a:ext cx="12687300" cy="3302699"/>
          </a:xfrm>
          <a:prstGeom prst="rect">
            <a:avLst/>
          </a:prstGeom>
        </p:spPr>
        <p:txBody>
          <a:bodyPr wrap="square" lIns="0" tIns="0" rIns="0" bIns="0" rtlCol="0" anchor="t">
            <a:spAutoFit/>
          </a:bodyPr>
          <a:lstStyle/>
          <a:p>
            <a:pPr>
              <a:lnSpc>
                <a:spcPct val="114000"/>
              </a:lnSpc>
              <a:spcBef>
                <a:spcPts val="600"/>
              </a:spcBef>
              <a:spcAft>
                <a:spcPts val="600"/>
              </a:spcAft>
            </a:pPr>
            <a:r>
              <a:rPr lang="en-US" sz="3200" b="1" spc="25" dirty="0">
                <a:solidFill>
                  <a:srgbClr val="00667A"/>
                </a:solidFill>
                <a:latin typeface="Arial" panose="020B0604020202020204" pitchFamily="34" charset="0"/>
                <a:cs typeface="Arial" panose="020B0604020202020204" pitchFamily="34" charset="0"/>
              </a:rPr>
              <a:t>ORGANISATIONAL PROCEDURES AND REQUIREMENTS</a:t>
            </a:r>
          </a:p>
          <a:p>
            <a:pPr>
              <a:lnSpc>
                <a:spcPct val="114000"/>
              </a:lnSpc>
              <a:spcBef>
                <a:spcPts val="600"/>
              </a:spcBef>
              <a:spcAft>
                <a:spcPts val="600"/>
              </a:spcAft>
            </a:pPr>
            <a:r>
              <a:rPr lang="en-US" sz="3000" spc="25" dirty="0">
                <a:solidFill>
                  <a:srgbClr val="00667A"/>
                </a:solidFill>
                <a:latin typeface="Arial" panose="020B0604020202020204" pitchFamily="34" charset="0"/>
                <a:cs typeface="Arial" panose="020B0604020202020204" pitchFamily="34" charset="0"/>
              </a:rPr>
              <a:t>Every </a:t>
            </a:r>
            <a:r>
              <a:rPr lang="en-US" sz="3000" spc="25" dirty="0" err="1">
                <a:solidFill>
                  <a:srgbClr val="00667A"/>
                </a:solidFill>
                <a:latin typeface="Arial" panose="020B0604020202020204" pitchFamily="34" charset="0"/>
                <a:cs typeface="Arial" panose="020B0604020202020204" pitchFamily="34" charset="0"/>
              </a:rPr>
              <a:t>organisation</a:t>
            </a:r>
            <a:r>
              <a:rPr lang="en-US" sz="3000" spc="25" dirty="0">
                <a:solidFill>
                  <a:srgbClr val="00667A"/>
                </a:solidFill>
                <a:latin typeface="Arial" panose="020B0604020202020204" pitchFamily="34" charset="0"/>
                <a:cs typeface="Arial" panose="020B0604020202020204" pitchFamily="34" charset="0"/>
              </a:rPr>
              <a:t> has its own procedures and requirements that will be applicable to implementing quality assurance processes and be dependent upon the structure and size of the </a:t>
            </a:r>
            <a:r>
              <a:rPr lang="en-US" sz="3000" spc="25" dirty="0" err="1">
                <a:solidFill>
                  <a:srgbClr val="00667A"/>
                </a:solidFill>
                <a:latin typeface="Arial" panose="020B0604020202020204" pitchFamily="34" charset="0"/>
                <a:cs typeface="Arial" panose="020B0604020202020204" pitchFamily="34" charset="0"/>
              </a:rPr>
              <a:t>organisation</a:t>
            </a:r>
            <a:r>
              <a:rPr lang="en-US" sz="3000" spc="25" dirty="0">
                <a:solidFill>
                  <a:srgbClr val="00667A"/>
                </a:solidFill>
                <a:latin typeface="Arial" panose="020B0604020202020204" pitchFamily="34" charset="0"/>
                <a:cs typeface="Arial" panose="020B0604020202020204" pitchFamily="34" charset="0"/>
              </a:rPr>
              <a:t>, industry and sector, compliances and other factors that may relate to the area in which the business is functioning.</a:t>
            </a:r>
          </a:p>
        </p:txBody>
      </p:sp>
      <p:sp>
        <p:nvSpPr>
          <p:cNvPr id="13" name="TextBox 3">
            <a:extLst>
              <a:ext uri="{FF2B5EF4-FFF2-40B4-BE49-F238E27FC236}">
                <a16:creationId xmlns:a16="http://schemas.microsoft.com/office/drawing/2014/main" id="{A31A0CE9-BF08-435F-8682-EFAE4D36D398}"/>
              </a:ext>
            </a:extLst>
          </p:cNvPr>
          <p:cNvSpPr txBox="1"/>
          <p:nvPr/>
        </p:nvSpPr>
        <p:spPr>
          <a:xfrm>
            <a:off x="990600" y="8325338"/>
            <a:ext cx="16745495" cy="697948"/>
          </a:xfrm>
          <a:prstGeom prst="rect">
            <a:avLst/>
          </a:prstGeom>
        </p:spPr>
        <p:txBody>
          <a:bodyPr wrap="square" lIns="0" tIns="0" rIns="0" bIns="0" rtlCol="0" anchor="t">
            <a:spAutoFit/>
          </a:bodyPr>
          <a:lstStyle/>
          <a:p>
            <a:pPr algn="r">
              <a:lnSpc>
                <a:spcPts val="5759"/>
              </a:lnSpc>
            </a:pPr>
            <a:r>
              <a:rPr lang="en-US" sz="4600" spc="192" dirty="0">
                <a:solidFill>
                  <a:schemeClr val="bg1"/>
                </a:solidFill>
                <a:latin typeface="Arial" panose="020B0604020202020204" pitchFamily="34" charset="0"/>
                <a:cs typeface="Arial" panose="020B0604020202020204" pitchFamily="34" charset="0"/>
              </a:rPr>
              <a:t>Topic 1: Planning</a:t>
            </a:r>
          </a:p>
        </p:txBody>
      </p:sp>
      <p:sp>
        <p:nvSpPr>
          <p:cNvPr id="14" name="Slide Number Placeholder 10">
            <a:extLst>
              <a:ext uri="{FF2B5EF4-FFF2-40B4-BE49-F238E27FC236}">
                <a16:creationId xmlns:a16="http://schemas.microsoft.com/office/drawing/2014/main" id="{5BC0C534-ADAF-D84D-81C8-2A1D2405EFB8}"/>
              </a:ext>
            </a:extLst>
          </p:cNvPr>
          <p:cNvSpPr txBox="1">
            <a:spLocks/>
          </p:cNvSpPr>
          <p:nvPr/>
        </p:nvSpPr>
        <p:spPr>
          <a:xfrm>
            <a:off x="17526000" y="164563"/>
            <a:ext cx="478452" cy="347857"/>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6F15528-21DE-4FAA-801E-634DDDAF4B2B}" type="slidenum">
              <a:rPr lang="en-US" b="1" smtClean="0">
                <a:solidFill>
                  <a:srgbClr val="31859C"/>
                </a:solidFill>
                <a:latin typeface="Arial" panose="020B0604020202020204" pitchFamily="34" charset="0"/>
                <a:cs typeface="Arial" panose="020B0604020202020204" pitchFamily="34" charset="0"/>
              </a:rPr>
              <a:pPr/>
              <a:t>18</a:t>
            </a:fld>
            <a:endParaRPr lang="en-US" b="1" dirty="0">
              <a:solidFill>
                <a:srgbClr val="31859C"/>
              </a:solidFill>
              <a:latin typeface="Arial" panose="020B0604020202020204" pitchFamily="34" charset="0"/>
              <a:cs typeface="Arial" panose="020B0604020202020204" pitchFamily="34" charset="0"/>
            </a:endParaRPr>
          </a:p>
        </p:txBody>
      </p:sp>
      <p:sp>
        <p:nvSpPr>
          <p:cNvPr id="16" name="Footer Placeholder 9">
            <a:extLst>
              <a:ext uri="{FF2B5EF4-FFF2-40B4-BE49-F238E27FC236}">
                <a16:creationId xmlns:a16="http://schemas.microsoft.com/office/drawing/2014/main" id="{91238751-4B41-A64D-9256-38165806A582}"/>
              </a:ext>
            </a:extLst>
          </p:cNvPr>
          <p:cNvSpPr txBox="1">
            <a:spLocks/>
          </p:cNvSpPr>
          <p:nvPr/>
        </p:nvSpPr>
        <p:spPr>
          <a:xfrm>
            <a:off x="15163800" y="9715499"/>
            <a:ext cx="2895600"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endParaRPr lang="en-US" dirty="0">
              <a:solidFill>
                <a:srgbClr val="00667A"/>
              </a:solidFill>
              <a:latin typeface="Arial" panose="020B0604020202020204" pitchFamily="34" charset="0"/>
              <a:cs typeface="Arial" panose="020B0604020202020204" pitchFamily="34" charset="0"/>
            </a:endParaRPr>
          </a:p>
        </p:txBody>
      </p:sp>
      <p:sp>
        <p:nvSpPr>
          <p:cNvPr id="15" name="Footer Placeholder 9">
            <a:extLst>
              <a:ext uri="{FF2B5EF4-FFF2-40B4-BE49-F238E27FC236}">
                <a16:creationId xmlns:a16="http://schemas.microsoft.com/office/drawing/2014/main" id="{976232BB-FC90-084A-A77F-98BBE7BA4C6D}"/>
              </a:ext>
            </a:extLst>
          </p:cNvPr>
          <p:cNvSpPr>
            <a:spLocks noGrp="1"/>
          </p:cNvSpPr>
          <p:nvPr>
            <p:ph type="ftr" sz="quarter" idx="11"/>
          </p:nvPr>
        </p:nvSpPr>
        <p:spPr>
          <a:xfrm>
            <a:off x="533400" y="9715499"/>
            <a:ext cx="6019800" cy="442894"/>
          </a:xfrm>
        </p:spPr>
        <p:txBody>
          <a:bodyPr/>
          <a:lstStyle/>
          <a:p>
            <a:pPr algn="l"/>
            <a:r>
              <a:rPr lang="en-US" b="1" dirty="0">
                <a:solidFill>
                  <a:srgbClr val="00667A"/>
                </a:solidFill>
                <a:latin typeface="Arial" panose="020B0604020202020204" pitchFamily="34" charset="0"/>
                <a:cs typeface="Arial" panose="020B0604020202020204" pitchFamily="34" charset="0"/>
              </a:rPr>
              <a:t>ICTSAD507 </a:t>
            </a:r>
            <a:r>
              <a:rPr lang="en-US" dirty="0">
                <a:solidFill>
                  <a:srgbClr val="00667A"/>
                </a:solidFill>
                <a:latin typeface="Arial" panose="020B0604020202020204" pitchFamily="34" charset="0"/>
                <a:cs typeface="Arial" panose="020B0604020202020204" pitchFamily="34" charset="0"/>
              </a:rPr>
              <a:t>Design and implement quality assurance processes for business solutions </a:t>
            </a:r>
          </a:p>
        </p:txBody>
      </p:sp>
    </p:spTree>
    <p:extLst>
      <p:ext uri="{BB962C8B-B14F-4D97-AF65-F5344CB8AC3E}">
        <p14:creationId xmlns:p14="http://schemas.microsoft.com/office/powerpoint/2010/main" val="17805355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00667A"/>
        </a:solidFill>
        <a:effectLst/>
      </p:bgPr>
    </p:bg>
    <p:spTree>
      <p:nvGrpSpPr>
        <p:cNvPr id="1" name=""/>
        <p:cNvGrpSpPr/>
        <p:nvPr/>
      </p:nvGrpSpPr>
      <p:grpSpPr>
        <a:xfrm>
          <a:off x="0" y="0"/>
          <a:ext cx="0" cy="0"/>
          <a:chOff x="0" y="0"/>
          <a:chExt cx="0" cy="0"/>
        </a:xfrm>
      </p:grpSpPr>
      <p:sp>
        <p:nvSpPr>
          <p:cNvPr id="2" name="AutoShape 2"/>
          <p:cNvSpPr/>
          <p:nvPr/>
        </p:nvSpPr>
        <p:spPr>
          <a:xfrm>
            <a:off x="0" y="7886700"/>
            <a:ext cx="18288000" cy="1621070"/>
          </a:xfrm>
          <a:prstGeom prst="rect">
            <a:avLst/>
          </a:prstGeom>
          <a:solidFill>
            <a:schemeClr val="bg1"/>
          </a:solidFill>
        </p:spPr>
        <p:txBody>
          <a:bodyPr/>
          <a:lstStyle/>
          <a:p>
            <a:endParaRPr lang="en-US"/>
          </a:p>
        </p:txBody>
      </p:sp>
      <p:sp>
        <p:nvSpPr>
          <p:cNvPr id="3" name="TextBox 3"/>
          <p:cNvSpPr txBox="1"/>
          <p:nvPr/>
        </p:nvSpPr>
        <p:spPr>
          <a:xfrm>
            <a:off x="990600" y="8325338"/>
            <a:ext cx="16745495" cy="697948"/>
          </a:xfrm>
          <a:prstGeom prst="rect">
            <a:avLst/>
          </a:prstGeom>
        </p:spPr>
        <p:txBody>
          <a:bodyPr wrap="square" lIns="0" tIns="0" rIns="0" bIns="0" rtlCol="0" anchor="t">
            <a:spAutoFit/>
          </a:bodyPr>
          <a:lstStyle/>
          <a:p>
            <a:pPr algn="r">
              <a:lnSpc>
                <a:spcPts val="5759"/>
              </a:lnSpc>
            </a:pPr>
            <a:r>
              <a:rPr lang="en-US" sz="4600" spc="192" dirty="0">
                <a:solidFill>
                  <a:srgbClr val="00667A"/>
                </a:solidFill>
                <a:latin typeface="Arial" panose="020B0604020202020204" pitchFamily="34" charset="0"/>
                <a:cs typeface="Arial" panose="020B0604020202020204" pitchFamily="34" charset="0"/>
              </a:rPr>
              <a:t>Topic 1: Planning</a:t>
            </a:r>
          </a:p>
        </p:txBody>
      </p:sp>
      <p:sp>
        <p:nvSpPr>
          <p:cNvPr id="4" name="TextBox 4"/>
          <p:cNvSpPr txBox="1"/>
          <p:nvPr/>
        </p:nvSpPr>
        <p:spPr>
          <a:xfrm>
            <a:off x="2209800" y="1676834"/>
            <a:ext cx="14935200" cy="3918252"/>
          </a:xfrm>
          <a:prstGeom prst="rect">
            <a:avLst/>
          </a:prstGeom>
        </p:spPr>
        <p:txBody>
          <a:bodyPr wrap="square" lIns="0" tIns="0" rIns="0" bIns="0" rtlCol="0" anchor="t">
            <a:spAutoFit/>
          </a:bodyPr>
          <a:lstStyle/>
          <a:p>
            <a:pPr>
              <a:lnSpc>
                <a:spcPct val="114000"/>
              </a:lnSpc>
              <a:spcBef>
                <a:spcPts val="600"/>
              </a:spcBef>
              <a:spcAft>
                <a:spcPts val="600"/>
              </a:spcAft>
            </a:pPr>
            <a:r>
              <a:rPr lang="en-US" sz="3200" b="1" spc="200" dirty="0">
                <a:solidFill>
                  <a:schemeClr val="bg1"/>
                </a:solidFill>
                <a:latin typeface="Arial" panose="020B0604020202020204" pitchFamily="34" charset="0"/>
                <a:cs typeface="Arial" panose="020B0604020202020204" pitchFamily="34" charset="0"/>
              </a:rPr>
              <a:t>ACTIVITY: PROJECT</a:t>
            </a:r>
            <a:endParaRPr lang="en-US" sz="2500" b="1" spc="200" dirty="0">
              <a:solidFill>
                <a:schemeClr val="bg1"/>
              </a:solidFill>
              <a:latin typeface="Arial" panose="020B0604020202020204" pitchFamily="34" charset="0"/>
              <a:cs typeface="Arial" panose="020B0604020202020204" pitchFamily="34" charset="0"/>
            </a:endParaRPr>
          </a:p>
          <a:p>
            <a:pPr marL="457200" indent="-457200">
              <a:lnSpc>
                <a:spcPct val="114000"/>
              </a:lnSpc>
              <a:spcBef>
                <a:spcPts val="600"/>
              </a:spcBef>
              <a:spcAft>
                <a:spcPts val="600"/>
              </a:spcAft>
              <a:buFont typeface="Arial" panose="020B0604020202020204" pitchFamily="34" charset="0"/>
              <a:buChar char="•"/>
            </a:pPr>
            <a:r>
              <a:rPr lang="en-US" sz="3000" spc="25" dirty="0">
                <a:solidFill>
                  <a:schemeClr val="bg1"/>
                </a:solidFill>
                <a:latin typeface="Arial" panose="020B0604020202020204" pitchFamily="34" charset="0"/>
                <a:cs typeface="Arial" panose="020B0604020202020204" pitchFamily="34" charset="0"/>
              </a:rPr>
              <a:t>Determine quality performance expectations for web accessibility.</a:t>
            </a:r>
          </a:p>
          <a:p>
            <a:pPr marL="457200" indent="-457200">
              <a:lnSpc>
                <a:spcPct val="114000"/>
              </a:lnSpc>
              <a:spcBef>
                <a:spcPts val="600"/>
              </a:spcBef>
              <a:spcAft>
                <a:spcPts val="600"/>
              </a:spcAft>
              <a:buFont typeface="Arial" panose="020B0604020202020204" pitchFamily="34" charset="0"/>
              <a:buChar char="•"/>
            </a:pPr>
            <a:r>
              <a:rPr lang="en-US" sz="3000" spc="25" dirty="0">
                <a:solidFill>
                  <a:schemeClr val="bg1"/>
                </a:solidFill>
                <a:latin typeface="Arial" panose="020B0604020202020204" pitchFamily="34" charset="0"/>
                <a:cs typeface="Arial" panose="020B0604020202020204" pitchFamily="34" charset="0"/>
              </a:rPr>
              <a:t>Determine a number of benchmark standards. </a:t>
            </a:r>
          </a:p>
          <a:p>
            <a:pPr marL="457200" indent="-457200">
              <a:lnSpc>
                <a:spcPct val="114000"/>
              </a:lnSpc>
              <a:spcBef>
                <a:spcPts val="600"/>
              </a:spcBef>
              <a:spcAft>
                <a:spcPts val="600"/>
              </a:spcAft>
              <a:buFont typeface="Arial" panose="020B0604020202020204" pitchFamily="34" charset="0"/>
              <a:buChar char="•"/>
            </a:pPr>
            <a:r>
              <a:rPr lang="en-US" sz="3000" spc="25" dirty="0">
                <a:solidFill>
                  <a:schemeClr val="bg1"/>
                </a:solidFill>
                <a:latin typeface="Arial" panose="020B0604020202020204" pitchFamily="34" charset="0"/>
                <a:cs typeface="Arial" panose="020B0604020202020204" pitchFamily="34" charset="0"/>
              </a:rPr>
              <a:t>Create a table.</a:t>
            </a:r>
          </a:p>
          <a:p>
            <a:pPr marL="457200" indent="-457200">
              <a:lnSpc>
                <a:spcPct val="114000"/>
              </a:lnSpc>
              <a:spcBef>
                <a:spcPts val="600"/>
              </a:spcBef>
              <a:spcAft>
                <a:spcPts val="600"/>
              </a:spcAft>
              <a:buFont typeface="Arial" panose="020B0604020202020204" pitchFamily="34" charset="0"/>
              <a:buChar char="•"/>
            </a:pPr>
            <a:r>
              <a:rPr lang="en-US" sz="3000" spc="25" dirty="0">
                <a:solidFill>
                  <a:schemeClr val="bg1"/>
                </a:solidFill>
                <a:latin typeface="Arial" panose="020B0604020202020204" pitchFamily="34" charset="0"/>
                <a:cs typeface="Arial" panose="020B0604020202020204" pitchFamily="34" charset="0"/>
              </a:rPr>
              <a:t>Create a checklist.</a:t>
            </a:r>
          </a:p>
          <a:p>
            <a:pPr marL="457200" indent="-457200">
              <a:lnSpc>
                <a:spcPct val="114000"/>
              </a:lnSpc>
              <a:spcBef>
                <a:spcPts val="600"/>
              </a:spcBef>
              <a:spcAft>
                <a:spcPts val="600"/>
              </a:spcAft>
              <a:buFont typeface="Arial" panose="020B0604020202020204" pitchFamily="34" charset="0"/>
              <a:buChar char="•"/>
            </a:pPr>
            <a:r>
              <a:rPr lang="en-US" sz="3000" spc="25" dirty="0">
                <a:solidFill>
                  <a:schemeClr val="bg1"/>
                </a:solidFill>
                <a:latin typeface="Arial" panose="020B0604020202020204" pitchFamily="34" charset="0"/>
                <a:cs typeface="Arial" panose="020B0604020202020204" pitchFamily="34" charset="0"/>
              </a:rPr>
              <a:t>Send an email to your project manager.</a:t>
            </a:r>
          </a:p>
        </p:txBody>
      </p:sp>
      <p:grpSp>
        <p:nvGrpSpPr>
          <p:cNvPr id="17" name="Group 16">
            <a:extLst>
              <a:ext uri="{FF2B5EF4-FFF2-40B4-BE49-F238E27FC236}">
                <a16:creationId xmlns:a16="http://schemas.microsoft.com/office/drawing/2014/main" id="{9BC53F16-C04B-4406-BBF9-D518BC5BACFE}"/>
              </a:ext>
            </a:extLst>
          </p:cNvPr>
          <p:cNvGrpSpPr/>
          <p:nvPr/>
        </p:nvGrpSpPr>
        <p:grpSpPr>
          <a:xfrm>
            <a:off x="1028700" y="495300"/>
            <a:ext cx="17259300" cy="218203"/>
            <a:chOff x="1028700" y="723900"/>
            <a:chExt cx="17259300" cy="218203"/>
          </a:xfrm>
          <a:solidFill>
            <a:schemeClr val="bg1"/>
          </a:solidFill>
        </p:grpSpPr>
        <p:sp>
          <p:nvSpPr>
            <p:cNvPr id="6" name="AutoShape 6"/>
            <p:cNvSpPr/>
            <p:nvPr/>
          </p:nvSpPr>
          <p:spPr>
            <a:xfrm>
              <a:off x="1044000" y="826884"/>
              <a:ext cx="17244000" cy="20795"/>
            </a:xfrm>
            <a:prstGeom prst="rect">
              <a:avLst/>
            </a:prstGeom>
            <a:grpFill/>
          </p:spPr>
          <p:txBody>
            <a:bodyPr/>
            <a:lstStyle/>
            <a:p>
              <a:endParaRPr lang="en-US"/>
            </a:p>
          </p:txBody>
        </p:sp>
        <p:sp>
          <p:nvSpPr>
            <p:cNvPr id="7" name="AutoShape 7"/>
            <p:cNvSpPr/>
            <p:nvPr/>
          </p:nvSpPr>
          <p:spPr>
            <a:xfrm>
              <a:off x="1028700" y="723900"/>
              <a:ext cx="219025" cy="209643"/>
            </a:xfrm>
            <a:prstGeom prst="rect">
              <a:avLst/>
            </a:prstGeom>
            <a:grpFill/>
          </p:spPr>
          <p:txBody>
            <a:bodyPr/>
            <a:lstStyle/>
            <a:p>
              <a:endParaRPr lang="en-US"/>
            </a:p>
          </p:txBody>
        </p:sp>
        <p:sp>
          <p:nvSpPr>
            <p:cNvPr id="8" name="AutoShape 8"/>
            <p:cNvSpPr/>
            <p:nvPr/>
          </p:nvSpPr>
          <p:spPr>
            <a:xfrm>
              <a:off x="6856574" y="732460"/>
              <a:ext cx="219025" cy="209643"/>
            </a:xfrm>
            <a:prstGeom prst="rect">
              <a:avLst/>
            </a:prstGeom>
            <a:grpFill/>
          </p:spPr>
          <p:txBody>
            <a:bodyPr/>
            <a:lstStyle/>
            <a:p>
              <a:endParaRPr lang="en-US"/>
            </a:p>
          </p:txBody>
        </p:sp>
        <p:sp>
          <p:nvSpPr>
            <p:cNvPr id="9" name="AutoShape 9"/>
            <p:cNvSpPr/>
            <p:nvPr/>
          </p:nvSpPr>
          <p:spPr>
            <a:xfrm>
              <a:off x="12684448" y="732460"/>
              <a:ext cx="219025" cy="209643"/>
            </a:xfrm>
            <a:prstGeom prst="rect">
              <a:avLst/>
            </a:prstGeom>
            <a:grpFill/>
          </p:spPr>
          <p:txBody>
            <a:bodyPr/>
            <a:lstStyle/>
            <a:p>
              <a:endParaRPr lang="en-US"/>
            </a:p>
          </p:txBody>
        </p:sp>
      </p:grpSp>
      <p:pic>
        <p:nvPicPr>
          <p:cNvPr id="12" name="Graphic 11" descr="Head with gears">
            <a:extLst>
              <a:ext uri="{FF2B5EF4-FFF2-40B4-BE49-F238E27FC236}">
                <a16:creationId xmlns:a16="http://schemas.microsoft.com/office/drawing/2014/main" id="{24660D36-8AF2-4286-AAA9-78D28F426CF7}"/>
              </a:ext>
            </a:extLst>
          </p:cNvPr>
          <p:cNvPicPr>
            <a:picLocks noChangeAspect="1"/>
          </p:cNvPicPr>
          <p:nvPr/>
        </p:nvPicPr>
        <p:blipFill>
          <a:blip r:embed="rId3">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flipH="1">
            <a:off x="643741" y="1676834"/>
            <a:ext cx="1207968" cy="1207968"/>
          </a:xfrm>
          <a:prstGeom prst="rect">
            <a:avLst/>
          </a:prstGeom>
        </p:spPr>
      </p:pic>
      <p:sp>
        <p:nvSpPr>
          <p:cNvPr id="18" name="Footer Placeholder 9">
            <a:extLst>
              <a:ext uri="{FF2B5EF4-FFF2-40B4-BE49-F238E27FC236}">
                <a16:creationId xmlns:a16="http://schemas.microsoft.com/office/drawing/2014/main" id="{28DCC937-298F-458D-B2D1-4B0524F6D728}"/>
              </a:ext>
            </a:extLst>
          </p:cNvPr>
          <p:cNvSpPr txBox="1">
            <a:spLocks/>
          </p:cNvSpPr>
          <p:nvPr/>
        </p:nvSpPr>
        <p:spPr>
          <a:xfrm>
            <a:off x="15163800" y="9715499"/>
            <a:ext cx="2895600"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endParaRPr lang="en-US" dirty="0">
              <a:solidFill>
                <a:schemeClr val="bg1"/>
              </a:solidFill>
              <a:latin typeface="Arial" panose="020B0604020202020204" pitchFamily="34" charset="0"/>
              <a:cs typeface="Arial" panose="020B0604020202020204" pitchFamily="34" charset="0"/>
            </a:endParaRPr>
          </a:p>
        </p:txBody>
      </p:sp>
      <p:sp>
        <p:nvSpPr>
          <p:cNvPr id="14" name="Slide Number Placeholder 10">
            <a:extLst>
              <a:ext uri="{FF2B5EF4-FFF2-40B4-BE49-F238E27FC236}">
                <a16:creationId xmlns:a16="http://schemas.microsoft.com/office/drawing/2014/main" id="{2CC8EE72-4EB2-A843-A602-EEAF09A8A808}"/>
              </a:ext>
            </a:extLst>
          </p:cNvPr>
          <p:cNvSpPr txBox="1">
            <a:spLocks/>
          </p:cNvSpPr>
          <p:nvPr/>
        </p:nvSpPr>
        <p:spPr>
          <a:xfrm>
            <a:off x="17526000" y="164563"/>
            <a:ext cx="478452" cy="347857"/>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6F15528-21DE-4FAA-801E-634DDDAF4B2B}" type="slidenum">
              <a:rPr lang="en-US" smtClean="0">
                <a:solidFill>
                  <a:schemeClr val="bg1"/>
                </a:solidFill>
                <a:latin typeface="Arial" panose="020B0604020202020204" pitchFamily="34" charset="0"/>
                <a:cs typeface="Arial" panose="020B0604020202020204" pitchFamily="34" charset="0"/>
              </a:rPr>
              <a:pPr/>
              <a:t>19</a:t>
            </a:fld>
            <a:endParaRPr lang="en-US" dirty="0">
              <a:solidFill>
                <a:schemeClr val="bg1"/>
              </a:solidFill>
              <a:latin typeface="Arial" panose="020B0604020202020204" pitchFamily="34" charset="0"/>
              <a:cs typeface="Arial" panose="020B0604020202020204" pitchFamily="34" charset="0"/>
            </a:endParaRPr>
          </a:p>
        </p:txBody>
      </p:sp>
      <p:sp>
        <p:nvSpPr>
          <p:cNvPr id="16" name="Footer Placeholder 9">
            <a:extLst>
              <a:ext uri="{FF2B5EF4-FFF2-40B4-BE49-F238E27FC236}">
                <a16:creationId xmlns:a16="http://schemas.microsoft.com/office/drawing/2014/main" id="{AB9BE680-5A93-6744-9278-BEC84DF3AC8D}"/>
              </a:ext>
            </a:extLst>
          </p:cNvPr>
          <p:cNvSpPr>
            <a:spLocks noGrp="1"/>
          </p:cNvSpPr>
          <p:nvPr>
            <p:ph type="ftr" sz="quarter" idx="11"/>
          </p:nvPr>
        </p:nvSpPr>
        <p:spPr>
          <a:xfrm>
            <a:off x="533400" y="9715499"/>
            <a:ext cx="6019800" cy="442894"/>
          </a:xfrm>
        </p:spPr>
        <p:txBody>
          <a:bodyPr/>
          <a:lstStyle/>
          <a:p>
            <a:pPr algn="l"/>
            <a:r>
              <a:rPr lang="en-US" b="1" dirty="0">
                <a:solidFill>
                  <a:schemeClr val="bg1"/>
                </a:solidFill>
                <a:latin typeface="Arial" panose="020B0604020202020204" pitchFamily="34" charset="0"/>
                <a:cs typeface="Arial" panose="020B0604020202020204" pitchFamily="34" charset="0"/>
              </a:rPr>
              <a:t>ICTSAD507 </a:t>
            </a:r>
            <a:r>
              <a:rPr lang="en-US" dirty="0">
                <a:solidFill>
                  <a:schemeClr val="bg1"/>
                </a:solidFill>
                <a:latin typeface="Arial" panose="020B0604020202020204" pitchFamily="34" charset="0"/>
                <a:cs typeface="Arial" panose="020B0604020202020204" pitchFamily="34" charset="0"/>
              </a:rPr>
              <a:t>Design and implement quality assurance processes for business solutions </a:t>
            </a:r>
          </a:p>
        </p:txBody>
      </p:sp>
    </p:spTree>
    <p:extLst>
      <p:ext uri="{BB962C8B-B14F-4D97-AF65-F5344CB8AC3E}">
        <p14:creationId xmlns:p14="http://schemas.microsoft.com/office/powerpoint/2010/main" val="360444435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AutoShape 2"/>
          <p:cNvSpPr/>
          <p:nvPr/>
        </p:nvSpPr>
        <p:spPr>
          <a:xfrm>
            <a:off x="0" y="1290497"/>
            <a:ext cx="18288000" cy="8196478"/>
          </a:xfrm>
          <a:prstGeom prst="rect">
            <a:avLst/>
          </a:prstGeom>
          <a:solidFill>
            <a:srgbClr val="00667A"/>
          </a:solidFill>
        </p:spPr>
        <p:txBody>
          <a:bodyPr/>
          <a:lstStyle/>
          <a:p>
            <a:endParaRPr lang="en-US"/>
          </a:p>
        </p:txBody>
      </p:sp>
      <p:sp>
        <p:nvSpPr>
          <p:cNvPr id="3" name="TextBox 3"/>
          <p:cNvSpPr txBox="1"/>
          <p:nvPr/>
        </p:nvSpPr>
        <p:spPr>
          <a:xfrm>
            <a:off x="1044000" y="1866900"/>
            <a:ext cx="16655652" cy="835998"/>
          </a:xfrm>
          <a:prstGeom prst="rect">
            <a:avLst/>
          </a:prstGeom>
        </p:spPr>
        <p:txBody>
          <a:bodyPr wrap="square" lIns="0" tIns="0" rIns="0" bIns="0" rtlCol="0" anchor="t">
            <a:spAutoFit/>
          </a:bodyPr>
          <a:lstStyle/>
          <a:p>
            <a:pPr>
              <a:lnSpc>
                <a:spcPct val="114000"/>
              </a:lnSpc>
              <a:spcBef>
                <a:spcPts val="600"/>
              </a:spcBef>
              <a:spcAft>
                <a:spcPts val="600"/>
              </a:spcAft>
            </a:pPr>
            <a:r>
              <a:rPr lang="en-US" sz="5200" b="1" spc="192" dirty="0">
                <a:solidFill>
                  <a:schemeClr val="bg1"/>
                </a:solidFill>
                <a:latin typeface="Arial" panose="020B0604020202020204" pitchFamily="34" charset="0"/>
                <a:cs typeface="Arial" panose="020B0604020202020204" pitchFamily="34" charset="0"/>
              </a:rPr>
              <a:t>Topic 2: Developing quality policies and plans</a:t>
            </a:r>
          </a:p>
        </p:txBody>
      </p:sp>
      <p:grpSp>
        <p:nvGrpSpPr>
          <p:cNvPr id="17" name="Group 16">
            <a:extLst>
              <a:ext uri="{FF2B5EF4-FFF2-40B4-BE49-F238E27FC236}">
                <a16:creationId xmlns:a16="http://schemas.microsoft.com/office/drawing/2014/main" id="{9BC53F16-C04B-4406-BBF9-D518BC5BACFE}"/>
              </a:ext>
            </a:extLst>
          </p:cNvPr>
          <p:cNvGrpSpPr/>
          <p:nvPr/>
        </p:nvGrpSpPr>
        <p:grpSpPr>
          <a:xfrm>
            <a:off x="1028700" y="495300"/>
            <a:ext cx="17259300" cy="218203"/>
            <a:chOff x="1028700" y="723900"/>
            <a:chExt cx="17259300" cy="218203"/>
          </a:xfrm>
          <a:solidFill>
            <a:srgbClr val="00667A"/>
          </a:solidFill>
        </p:grpSpPr>
        <p:sp>
          <p:nvSpPr>
            <p:cNvPr id="6" name="AutoShape 6"/>
            <p:cNvSpPr/>
            <p:nvPr/>
          </p:nvSpPr>
          <p:spPr>
            <a:xfrm>
              <a:off x="1044000" y="826884"/>
              <a:ext cx="17244000" cy="20795"/>
            </a:xfrm>
            <a:prstGeom prst="rect">
              <a:avLst/>
            </a:prstGeom>
            <a:grpFill/>
          </p:spPr>
          <p:txBody>
            <a:bodyPr/>
            <a:lstStyle/>
            <a:p>
              <a:endParaRPr lang="en-US"/>
            </a:p>
          </p:txBody>
        </p:sp>
        <p:sp>
          <p:nvSpPr>
            <p:cNvPr id="7" name="AutoShape 7"/>
            <p:cNvSpPr/>
            <p:nvPr/>
          </p:nvSpPr>
          <p:spPr>
            <a:xfrm>
              <a:off x="1028700" y="723900"/>
              <a:ext cx="219025" cy="209643"/>
            </a:xfrm>
            <a:prstGeom prst="rect">
              <a:avLst/>
            </a:prstGeom>
            <a:grpFill/>
          </p:spPr>
          <p:txBody>
            <a:bodyPr/>
            <a:lstStyle/>
            <a:p>
              <a:endParaRPr lang="en-US"/>
            </a:p>
          </p:txBody>
        </p:sp>
        <p:sp>
          <p:nvSpPr>
            <p:cNvPr id="8" name="AutoShape 8"/>
            <p:cNvSpPr/>
            <p:nvPr/>
          </p:nvSpPr>
          <p:spPr>
            <a:xfrm>
              <a:off x="6856574" y="732460"/>
              <a:ext cx="219025" cy="209643"/>
            </a:xfrm>
            <a:prstGeom prst="rect">
              <a:avLst/>
            </a:prstGeom>
            <a:grpFill/>
          </p:spPr>
          <p:txBody>
            <a:bodyPr/>
            <a:lstStyle/>
            <a:p>
              <a:endParaRPr lang="en-US"/>
            </a:p>
          </p:txBody>
        </p:sp>
        <p:sp>
          <p:nvSpPr>
            <p:cNvPr id="9" name="AutoShape 9"/>
            <p:cNvSpPr/>
            <p:nvPr/>
          </p:nvSpPr>
          <p:spPr>
            <a:xfrm>
              <a:off x="12684448" y="732460"/>
              <a:ext cx="219025" cy="209643"/>
            </a:xfrm>
            <a:prstGeom prst="rect">
              <a:avLst/>
            </a:prstGeom>
            <a:grpFill/>
          </p:spPr>
          <p:txBody>
            <a:bodyPr/>
            <a:lstStyle/>
            <a:p>
              <a:endParaRPr lang="en-US"/>
            </a:p>
          </p:txBody>
        </p:sp>
      </p:grpSp>
      <p:sp>
        <p:nvSpPr>
          <p:cNvPr id="19" name="Footer Placeholder 9">
            <a:extLst>
              <a:ext uri="{FF2B5EF4-FFF2-40B4-BE49-F238E27FC236}">
                <a16:creationId xmlns:a16="http://schemas.microsoft.com/office/drawing/2014/main" id="{AF863EBA-C596-487E-8F62-FCA80C193D54}"/>
              </a:ext>
            </a:extLst>
          </p:cNvPr>
          <p:cNvSpPr txBox="1">
            <a:spLocks/>
          </p:cNvSpPr>
          <p:nvPr/>
        </p:nvSpPr>
        <p:spPr>
          <a:xfrm>
            <a:off x="15163800" y="9715499"/>
            <a:ext cx="2895600"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endParaRPr lang="en-US" dirty="0">
              <a:solidFill>
                <a:srgbClr val="00667A"/>
              </a:solidFill>
              <a:latin typeface="Arial" panose="020B0604020202020204" pitchFamily="34" charset="0"/>
              <a:cs typeface="Arial" panose="020B0604020202020204" pitchFamily="34" charset="0"/>
            </a:endParaRPr>
          </a:p>
        </p:txBody>
      </p:sp>
      <p:sp>
        <p:nvSpPr>
          <p:cNvPr id="13" name="Slide Number Placeholder 10">
            <a:extLst>
              <a:ext uri="{FF2B5EF4-FFF2-40B4-BE49-F238E27FC236}">
                <a16:creationId xmlns:a16="http://schemas.microsoft.com/office/drawing/2014/main" id="{4538CC83-08C9-4A4A-AF50-3DDFA9C924C2}"/>
              </a:ext>
            </a:extLst>
          </p:cNvPr>
          <p:cNvSpPr txBox="1">
            <a:spLocks/>
          </p:cNvSpPr>
          <p:nvPr/>
        </p:nvSpPr>
        <p:spPr>
          <a:xfrm>
            <a:off x="17526000" y="164563"/>
            <a:ext cx="478452" cy="347857"/>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6F15528-21DE-4FAA-801E-634DDDAF4B2B}" type="slidenum">
              <a:rPr lang="en-US" b="1" smtClean="0">
                <a:solidFill>
                  <a:srgbClr val="31859C"/>
                </a:solidFill>
                <a:latin typeface="Arial" panose="020B0604020202020204" pitchFamily="34" charset="0"/>
                <a:cs typeface="Arial" panose="020B0604020202020204" pitchFamily="34" charset="0"/>
              </a:rPr>
              <a:pPr/>
              <a:t>20</a:t>
            </a:fld>
            <a:endParaRPr lang="en-US" b="1" dirty="0">
              <a:solidFill>
                <a:srgbClr val="31859C"/>
              </a:solidFill>
              <a:latin typeface="Arial" panose="020B0604020202020204" pitchFamily="34" charset="0"/>
              <a:cs typeface="Arial" panose="020B0604020202020204" pitchFamily="34" charset="0"/>
            </a:endParaRPr>
          </a:p>
        </p:txBody>
      </p:sp>
      <p:sp>
        <p:nvSpPr>
          <p:cNvPr id="14" name="Footer Placeholder 9">
            <a:extLst>
              <a:ext uri="{FF2B5EF4-FFF2-40B4-BE49-F238E27FC236}">
                <a16:creationId xmlns:a16="http://schemas.microsoft.com/office/drawing/2014/main" id="{07043586-2022-0942-B7A7-70145F426F81}"/>
              </a:ext>
            </a:extLst>
          </p:cNvPr>
          <p:cNvSpPr>
            <a:spLocks noGrp="1"/>
          </p:cNvSpPr>
          <p:nvPr>
            <p:ph type="ftr" sz="quarter" idx="11"/>
          </p:nvPr>
        </p:nvSpPr>
        <p:spPr>
          <a:xfrm>
            <a:off x="533400" y="9715499"/>
            <a:ext cx="6019800" cy="442894"/>
          </a:xfrm>
        </p:spPr>
        <p:txBody>
          <a:bodyPr/>
          <a:lstStyle/>
          <a:p>
            <a:pPr algn="l"/>
            <a:r>
              <a:rPr lang="en-US" b="1" dirty="0">
                <a:solidFill>
                  <a:srgbClr val="00667A"/>
                </a:solidFill>
                <a:latin typeface="Arial" panose="020B0604020202020204" pitchFamily="34" charset="0"/>
                <a:cs typeface="Arial" panose="020B0604020202020204" pitchFamily="34" charset="0"/>
              </a:rPr>
              <a:t>ICTSAD507 </a:t>
            </a:r>
            <a:r>
              <a:rPr lang="en-US" dirty="0">
                <a:solidFill>
                  <a:srgbClr val="00667A"/>
                </a:solidFill>
                <a:latin typeface="Arial" panose="020B0604020202020204" pitchFamily="34" charset="0"/>
                <a:cs typeface="Arial" panose="020B0604020202020204" pitchFamily="34" charset="0"/>
              </a:rPr>
              <a:t>Design and implement quality assurance processes for business solutions </a:t>
            </a:r>
          </a:p>
        </p:txBody>
      </p:sp>
      <p:pic>
        <p:nvPicPr>
          <p:cNvPr id="16" name="Picture 15" descr="A picture containing stationary, indoor, pencil, table&#10;&#10;Description automatically generated">
            <a:extLst>
              <a:ext uri="{FF2B5EF4-FFF2-40B4-BE49-F238E27FC236}">
                <a16:creationId xmlns:a16="http://schemas.microsoft.com/office/drawing/2014/main" id="{3F81280F-82C2-B742-A746-89A660DE8B00}"/>
              </a:ext>
            </a:extLst>
          </p:cNvPr>
          <p:cNvPicPr/>
          <p:nvPr/>
        </p:nvPicPr>
        <p:blipFill rotWithShape="1">
          <a:blip r:embed="rId3" cstate="print">
            <a:extLst>
              <a:ext uri="{28A0092B-C50C-407E-A947-70E740481C1C}">
                <a14:useLocalDpi xmlns:a14="http://schemas.microsoft.com/office/drawing/2010/main"/>
              </a:ext>
            </a:extLst>
          </a:blip>
          <a:srcRect/>
          <a:stretch/>
        </p:blipFill>
        <p:spPr bwMode="auto">
          <a:xfrm>
            <a:off x="6367621" y="3799888"/>
            <a:ext cx="5552757" cy="4620212"/>
          </a:xfrm>
          <a:prstGeom prst="rect">
            <a:avLst/>
          </a:prstGeom>
          <a:ln w="38100">
            <a:solidFill>
              <a:schemeClr val="bg1"/>
            </a:solid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354766402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 name="TextBox 3"/>
          <p:cNvSpPr txBox="1"/>
          <p:nvPr/>
        </p:nvSpPr>
        <p:spPr>
          <a:xfrm>
            <a:off x="5603551" y="8746411"/>
            <a:ext cx="11716295" cy="717197"/>
          </a:xfrm>
          <a:prstGeom prst="rect">
            <a:avLst/>
          </a:prstGeom>
        </p:spPr>
        <p:txBody>
          <a:bodyPr lIns="0" tIns="0" rIns="0" bIns="0" rtlCol="0" anchor="t">
            <a:spAutoFit/>
          </a:bodyPr>
          <a:lstStyle/>
          <a:p>
            <a:pPr algn="r">
              <a:lnSpc>
                <a:spcPts val="5759"/>
              </a:lnSpc>
            </a:pPr>
            <a:r>
              <a:rPr lang="en-US" sz="4800" spc="192" dirty="0">
                <a:solidFill>
                  <a:srgbClr val="F4F8F3"/>
                </a:solidFill>
                <a:latin typeface="Montserrat Light"/>
              </a:rPr>
              <a:t>Topic 1: Insert topic title </a:t>
            </a:r>
          </a:p>
        </p:txBody>
      </p:sp>
      <p:grpSp>
        <p:nvGrpSpPr>
          <p:cNvPr id="5" name="Group 5"/>
          <p:cNvGrpSpPr/>
          <p:nvPr/>
        </p:nvGrpSpPr>
        <p:grpSpPr>
          <a:xfrm>
            <a:off x="1028700" y="446788"/>
            <a:ext cx="17244000" cy="220040"/>
            <a:chOff x="0" y="0"/>
            <a:chExt cx="23454501" cy="293386"/>
          </a:xfrm>
          <a:solidFill>
            <a:srgbClr val="00667A"/>
          </a:solidFill>
        </p:grpSpPr>
        <p:sp>
          <p:nvSpPr>
            <p:cNvPr id="6" name="AutoShape 6"/>
            <p:cNvSpPr/>
            <p:nvPr/>
          </p:nvSpPr>
          <p:spPr>
            <a:xfrm>
              <a:off x="0" y="125899"/>
              <a:ext cx="23454501" cy="27726"/>
            </a:xfrm>
            <a:prstGeom prst="rect">
              <a:avLst/>
            </a:prstGeom>
            <a:grpFill/>
          </p:spPr>
          <p:txBody>
            <a:bodyPr/>
            <a:lstStyle/>
            <a:p>
              <a:endParaRPr lang="en-US"/>
            </a:p>
          </p:txBody>
        </p:sp>
        <p:sp>
          <p:nvSpPr>
            <p:cNvPr id="7" name="AutoShape 7"/>
            <p:cNvSpPr/>
            <p:nvPr/>
          </p:nvSpPr>
          <p:spPr>
            <a:xfrm>
              <a:off x="0" y="13863"/>
              <a:ext cx="292033" cy="279524"/>
            </a:xfrm>
            <a:prstGeom prst="rect">
              <a:avLst/>
            </a:prstGeom>
            <a:grpFill/>
          </p:spPr>
          <p:txBody>
            <a:bodyPr/>
            <a:lstStyle/>
            <a:p>
              <a:endParaRPr lang="en-US"/>
            </a:p>
          </p:txBody>
        </p:sp>
        <p:sp>
          <p:nvSpPr>
            <p:cNvPr id="8" name="AutoShape 8"/>
            <p:cNvSpPr/>
            <p:nvPr/>
          </p:nvSpPr>
          <p:spPr>
            <a:xfrm>
              <a:off x="7770499" y="0"/>
              <a:ext cx="292033" cy="279524"/>
            </a:xfrm>
            <a:prstGeom prst="rect">
              <a:avLst/>
            </a:prstGeom>
            <a:grpFill/>
          </p:spPr>
          <p:txBody>
            <a:bodyPr/>
            <a:lstStyle/>
            <a:p>
              <a:endParaRPr lang="en-US"/>
            </a:p>
          </p:txBody>
        </p:sp>
        <p:sp>
          <p:nvSpPr>
            <p:cNvPr id="9" name="AutoShape 9"/>
            <p:cNvSpPr/>
            <p:nvPr/>
          </p:nvSpPr>
          <p:spPr>
            <a:xfrm>
              <a:off x="15540998" y="0"/>
              <a:ext cx="292033" cy="279524"/>
            </a:xfrm>
            <a:prstGeom prst="rect">
              <a:avLst/>
            </a:prstGeom>
            <a:grpFill/>
          </p:spPr>
          <p:txBody>
            <a:bodyPr/>
            <a:lstStyle/>
            <a:p>
              <a:endParaRPr lang="en-US"/>
            </a:p>
          </p:txBody>
        </p:sp>
      </p:grpSp>
      <p:sp>
        <p:nvSpPr>
          <p:cNvPr id="12" name="AutoShape 2">
            <a:extLst>
              <a:ext uri="{FF2B5EF4-FFF2-40B4-BE49-F238E27FC236}">
                <a16:creationId xmlns:a16="http://schemas.microsoft.com/office/drawing/2014/main" id="{54B605DE-63C5-4B19-89D4-FD69EFF21B44}"/>
              </a:ext>
            </a:extLst>
          </p:cNvPr>
          <p:cNvSpPr/>
          <p:nvPr/>
        </p:nvSpPr>
        <p:spPr>
          <a:xfrm>
            <a:off x="0" y="7886700"/>
            <a:ext cx="18288000" cy="1621070"/>
          </a:xfrm>
          <a:prstGeom prst="rect">
            <a:avLst/>
          </a:prstGeom>
          <a:solidFill>
            <a:srgbClr val="00667A"/>
          </a:solidFill>
        </p:spPr>
        <p:txBody>
          <a:bodyPr/>
          <a:lstStyle/>
          <a:p>
            <a:endParaRPr lang="en-AU"/>
          </a:p>
        </p:txBody>
      </p:sp>
      <p:sp>
        <p:nvSpPr>
          <p:cNvPr id="13" name="TextBox 3">
            <a:extLst>
              <a:ext uri="{FF2B5EF4-FFF2-40B4-BE49-F238E27FC236}">
                <a16:creationId xmlns:a16="http://schemas.microsoft.com/office/drawing/2014/main" id="{A31A0CE9-BF08-435F-8682-EFAE4D36D398}"/>
              </a:ext>
            </a:extLst>
          </p:cNvPr>
          <p:cNvSpPr txBox="1"/>
          <p:nvPr/>
        </p:nvSpPr>
        <p:spPr>
          <a:xfrm>
            <a:off x="990600" y="8325338"/>
            <a:ext cx="16745495" cy="697948"/>
          </a:xfrm>
          <a:prstGeom prst="rect">
            <a:avLst/>
          </a:prstGeom>
        </p:spPr>
        <p:txBody>
          <a:bodyPr wrap="square" lIns="0" tIns="0" rIns="0" bIns="0" rtlCol="0" anchor="t">
            <a:spAutoFit/>
          </a:bodyPr>
          <a:lstStyle/>
          <a:p>
            <a:pPr algn="r">
              <a:lnSpc>
                <a:spcPts val="5759"/>
              </a:lnSpc>
            </a:pPr>
            <a:r>
              <a:rPr lang="en-US" sz="4600" spc="192" dirty="0">
                <a:solidFill>
                  <a:schemeClr val="bg1"/>
                </a:solidFill>
                <a:latin typeface="Arial" panose="020B0604020202020204" pitchFamily="34" charset="0"/>
                <a:cs typeface="Arial" panose="020B0604020202020204" pitchFamily="34" charset="0"/>
              </a:rPr>
              <a:t>Topic 2: Developing quality policies and plans</a:t>
            </a:r>
          </a:p>
        </p:txBody>
      </p:sp>
      <p:sp>
        <p:nvSpPr>
          <p:cNvPr id="17" name="TextBox 4">
            <a:extLst>
              <a:ext uri="{FF2B5EF4-FFF2-40B4-BE49-F238E27FC236}">
                <a16:creationId xmlns:a16="http://schemas.microsoft.com/office/drawing/2014/main" id="{EAC90A64-36BA-4EF5-BA95-DA478EAEA9E6}"/>
              </a:ext>
            </a:extLst>
          </p:cNvPr>
          <p:cNvSpPr txBox="1"/>
          <p:nvPr/>
        </p:nvSpPr>
        <p:spPr>
          <a:xfrm>
            <a:off x="1028700" y="1676834"/>
            <a:ext cx="12687300" cy="1008546"/>
          </a:xfrm>
          <a:prstGeom prst="rect">
            <a:avLst/>
          </a:prstGeom>
        </p:spPr>
        <p:txBody>
          <a:bodyPr wrap="square" lIns="0" tIns="0" rIns="0" bIns="0" rtlCol="0" anchor="t">
            <a:spAutoFit/>
          </a:bodyPr>
          <a:lstStyle/>
          <a:p>
            <a:pPr>
              <a:lnSpc>
                <a:spcPct val="114000"/>
              </a:lnSpc>
              <a:spcBef>
                <a:spcPts val="600"/>
              </a:spcBef>
              <a:spcAft>
                <a:spcPts val="600"/>
              </a:spcAft>
            </a:pPr>
            <a:r>
              <a:rPr lang="en-US" sz="3000" spc="25" dirty="0">
                <a:solidFill>
                  <a:srgbClr val="00667A"/>
                </a:solidFill>
                <a:latin typeface="Arial" panose="020B0604020202020204" pitchFamily="34" charset="0"/>
                <a:cs typeface="Arial" panose="020B0604020202020204" pitchFamily="34" charset="0"/>
              </a:rPr>
              <a:t>In order to achieve quality assurance, it will be necessary to develop quality policies and plans. This topic focuses on how to do this.</a:t>
            </a:r>
            <a:endParaRPr lang="en-US" sz="2500" spc="25" dirty="0">
              <a:solidFill>
                <a:srgbClr val="00667A"/>
              </a:solidFill>
              <a:latin typeface="Arial" panose="020B0604020202020204" pitchFamily="34" charset="0"/>
              <a:cs typeface="Arial" panose="020B0604020202020204" pitchFamily="34" charset="0"/>
            </a:endParaRPr>
          </a:p>
        </p:txBody>
      </p:sp>
      <p:sp>
        <p:nvSpPr>
          <p:cNvPr id="14" name="Slide Number Placeholder 10">
            <a:extLst>
              <a:ext uri="{FF2B5EF4-FFF2-40B4-BE49-F238E27FC236}">
                <a16:creationId xmlns:a16="http://schemas.microsoft.com/office/drawing/2014/main" id="{5BC0C534-ADAF-D84D-81C8-2A1D2405EFB8}"/>
              </a:ext>
            </a:extLst>
          </p:cNvPr>
          <p:cNvSpPr txBox="1">
            <a:spLocks/>
          </p:cNvSpPr>
          <p:nvPr/>
        </p:nvSpPr>
        <p:spPr>
          <a:xfrm>
            <a:off x="17526000" y="164563"/>
            <a:ext cx="478452" cy="347857"/>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6F15528-21DE-4FAA-801E-634DDDAF4B2B}" type="slidenum">
              <a:rPr lang="en-US" b="1" smtClean="0">
                <a:solidFill>
                  <a:srgbClr val="31859C"/>
                </a:solidFill>
                <a:latin typeface="Arial" panose="020B0604020202020204" pitchFamily="34" charset="0"/>
                <a:cs typeface="Arial" panose="020B0604020202020204" pitchFamily="34" charset="0"/>
              </a:rPr>
              <a:pPr/>
              <a:t>21</a:t>
            </a:fld>
            <a:endParaRPr lang="en-US" b="1" dirty="0">
              <a:solidFill>
                <a:srgbClr val="31859C"/>
              </a:solidFill>
              <a:latin typeface="Arial" panose="020B0604020202020204" pitchFamily="34" charset="0"/>
              <a:cs typeface="Arial" panose="020B0604020202020204" pitchFamily="34" charset="0"/>
            </a:endParaRPr>
          </a:p>
        </p:txBody>
      </p:sp>
      <p:sp>
        <p:nvSpPr>
          <p:cNvPr id="16" name="Footer Placeholder 9">
            <a:extLst>
              <a:ext uri="{FF2B5EF4-FFF2-40B4-BE49-F238E27FC236}">
                <a16:creationId xmlns:a16="http://schemas.microsoft.com/office/drawing/2014/main" id="{91238751-4B41-A64D-9256-38165806A582}"/>
              </a:ext>
            </a:extLst>
          </p:cNvPr>
          <p:cNvSpPr txBox="1">
            <a:spLocks/>
          </p:cNvSpPr>
          <p:nvPr/>
        </p:nvSpPr>
        <p:spPr>
          <a:xfrm>
            <a:off x="15163800" y="9715499"/>
            <a:ext cx="2895600"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endParaRPr lang="en-US" dirty="0">
              <a:solidFill>
                <a:srgbClr val="00667A"/>
              </a:solidFill>
              <a:latin typeface="Arial" panose="020B0604020202020204" pitchFamily="34" charset="0"/>
              <a:cs typeface="Arial" panose="020B0604020202020204" pitchFamily="34" charset="0"/>
            </a:endParaRPr>
          </a:p>
        </p:txBody>
      </p:sp>
      <p:sp>
        <p:nvSpPr>
          <p:cNvPr id="15" name="Footer Placeholder 9">
            <a:extLst>
              <a:ext uri="{FF2B5EF4-FFF2-40B4-BE49-F238E27FC236}">
                <a16:creationId xmlns:a16="http://schemas.microsoft.com/office/drawing/2014/main" id="{976232BB-FC90-084A-A77F-98BBE7BA4C6D}"/>
              </a:ext>
            </a:extLst>
          </p:cNvPr>
          <p:cNvSpPr>
            <a:spLocks noGrp="1"/>
          </p:cNvSpPr>
          <p:nvPr>
            <p:ph type="ftr" sz="quarter" idx="11"/>
          </p:nvPr>
        </p:nvSpPr>
        <p:spPr>
          <a:xfrm>
            <a:off x="533400" y="9715499"/>
            <a:ext cx="6019800" cy="442894"/>
          </a:xfrm>
        </p:spPr>
        <p:txBody>
          <a:bodyPr/>
          <a:lstStyle/>
          <a:p>
            <a:pPr algn="l"/>
            <a:r>
              <a:rPr lang="en-US" b="1" dirty="0">
                <a:solidFill>
                  <a:srgbClr val="00667A"/>
                </a:solidFill>
                <a:latin typeface="Arial" panose="020B0604020202020204" pitchFamily="34" charset="0"/>
                <a:cs typeface="Arial" panose="020B0604020202020204" pitchFamily="34" charset="0"/>
              </a:rPr>
              <a:t>ICTSAD507 </a:t>
            </a:r>
            <a:r>
              <a:rPr lang="en-US" dirty="0">
                <a:solidFill>
                  <a:srgbClr val="00667A"/>
                </a:solidFill>
                <a:latin typeface="Arial" panose="020B0604020202020204" pitchFamily="34" charset="0"/>
                <a:cs typeface="Arial" panose="020B0604020202020204" pitchFamily="34" charset="0"/>
              </a:rPr>
              <a:t>Design and implement quality assurance processes for business solutions </a:t>
            </a:r>
          </a:p>
        </p:txBody>
      </p:sp>
    </p:spTree>
    <p:extLst>
      <p:ext uri="{BB962C8B-B14F-4D97-AF65-F5344CB8AC3E}">
        <p14:creationId xmlns:p14="http://schemas.microsoft.com/office/powerpoint/2010/main" val="258218643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 name="TextBox 3"/>
          <p:cNvSpPr txBox="1"/>
          <p:nvPr/>
        </p:nvSpPr>
        <p:spPr>
          <a:xfrm>
            <a:off x="5603551" y="8746411"/>
            <a:ext cx="11716295" cy="717197"/>
          </a:xfrm>
          <a:prstGeom prst="rect">
            <a:avLst/>
          </a:prstGeom>
        </p:spPr>
        <p:txBody>
          <a:bodyPr lIns="0" tIns="0" rIns="0" bIns="0" rtlCol="0" anchor="t">
            <a:spAutoFit/>
          </a:bodyPr>
          <a:lstStyle/>
          <a:p>
            <a:pPr algn="r">
              <a:lnSpc>
                <a:spcPts val="5759"/>
              </a:lnSpc>
            </a:pPr>
            <a:r>
              <a:rPr lang="en-US" sz="4800" spc="192" dirty="0">
                <a:solidFill>
                  <a:srgbClr val="F4F8F3"/>
                </a:solidFill>
                <a:latin typeface="Montserrat Light"/>
              </a:rPr>
              <a:t>Topic 1: Insert topic title </a:t>
            </a:r>
          </a:p>
        </p:txBody>
      </p:sp>
      <p:grpSp>
        <p:nvGrpSpPr>
          <p:cNvPr id="5" name="Group 5"/>
          <p:cNvGrpSpPr/>
          <p:nvPr/>
        </p:nvGrpSpPr>
        <p:grpSpPr>
          <a:xfrm>
            <a:off x="1028700" y="446788"/>
            <a:ext cx="17244000" cy="220040"/>
            <a:chOff x="0" y="0"/>
            <a:chExt cx="23454501" cy="293386"/>
          </a:xfrm>
          <a:solidFill>
            <a:srgbClr val="00667A"/>
          </a:solidFill>
        </p:grpSpPr>
        <p:sp>
          <p:nvSpPr>
            <p:cNvPr id="6" name="AutoShape 6"/>
            <p:cNvSpPr/>
            <p:nvPr/>
          </p:nvSpPr>
          <p:spPr>
            <a:xfrm>
              <a:off x="0" y="125899"/>
              <a:ext cx="23454501" cy="27726"/>
            </a:xfrm>
            <a:prstGeom prst="rect">
              <a:avLst/>
            </a:prstGeom>
            <a:grpFill/>
          </p:spPr>
          <p:txBody>
            <a:bodyPr/>
            <a:lstStyle/>
            <a:p>
              <a:endParaRPr lang="en-US"/>
            </a:p>
          </p:txBody>
        </p:sp>
        <p:sp>
          <p:nvSpPr>
            <p:cNvPr id="7" name="AutoShape 7"/>
            <p:cNvSpPr/>
            <p:nvPr/>
          </p:nvSpPr>
          <p:spPr>
            <a:xfrm>
              <a:off x="0" y="13863"/>
              <a:ext cx="292033" cy="279524"/>
            </a:xfrm>
            <a:prstGeom prst="rect">
              <a:avLst/>
            </a:prstGeom>
            <a:grpFill/>
          </p:spPr>
          <p:txBody>
            <a:bodyPr/>
            <a:lstStyle/>
            <a:p>
              <a:endParaRPr lang="en-US"/>
            </a:p>
          </p:txBody>
        </p:sp>
        <p:sp>
          <p:nvSpPr>
            <p:cNvPr id="8" name="AutoShape 8"/>
            <p:cNvSpPr/>
            <p:nvPr/>
          </p:nvSpPr>
          <p:spPr>
            <a:xfrm>
              <a:off x="7770499" y="0"/>
              <a:ext cx="292033" cy="279524"/>
            </a:xfrm>
            <a:prstGeom prst="rect">
              <a:avLst/>
            </a:prstGeom>
            <a:grpFill/>
          </p:spPr>
          <p:txBody>
            <a:bodyPr/>
            <a:lstStyle/>
            <a:p>
              <a:endParaRPr lang="en-US"/>
            </a:p>
          </p:txBody>
        </p:sp>
        <p:sp>
          <p:nvSpPr>
            <p:cNvPr id="9" name="AutoShape 9"/>
            <p:cNvSpPr/>
            <p:nvPr/>
          </p:nvSpPr>
          <p:spPr>
            <a:xfrm>
              <a:off x="15540998" y="0"/>
              <a:ext cx="292033" cy="279524"/>
            </a:xfrm>
            <a:prstGeom prst="rect">
              <a:avLst/>
            </a:prstGeom>
            <a:grpFill/>
          </p:spPr>
          <p:txBody>
            <a:bodyPr/>
            <a:lstStyle/>
            <a:p>
              <a:endParaRPr lang="en-US"/>
            </a:p>
          </p:txBody>
        </p:sp>
      </p:grpSp>
      <p:sp>
        <p:nvSpPr>
          <p:cNvPr id="12" name="AutoShape 2">
            <a:extLst>
              <a:ext uri="{FF2B5EF4-FFF2-40B4-BE49-F238E27FC236}">
                <a16:creationId xmlns:a16="http://schemas.microsoft.com/office/drawing/2014/main" id="{54B605DE-63C5-4B19-89D4-FD69EFF21B44}"/>
              </a:ext>
            </a:extLst>
          </p:cNvPr>
          <p:cNvSpPr/>
          <p:nvPr/>
        </p:nvSpPr>
        <p:spPr>
          <a:xfrm>
            <a:off x="0" y="7886700"/>
            <a:ext cx="18288000" cy="1621070"/>
          </a:xfrm>
          <a:prstGeom prst="rect">
            <a:avLst/>
          </a:prstGeom>
          <a:solidFill>
            <a:srgbClr val="00667A"/>
          </a:solidFill>
        </p:spPr>
        <p:txBody>
          <a:bodyPr/>
          <a:lstStyle/>
          <a:p>
            <a:endParaRPr lang="en-AU"/>
          </a:p>
        </p:txBody>
      </p:sp>
      <p:sp>
        <p:nvSpPr>
          <p:cNvPr id="13" name="TextBox 3">
            <a:extLst>
              <a:ext uri="{FF2B5EF4-FFF2-40B4-BE49-F238E27FC236}">
                <a16:creationId xmlns:a16="http://schemas.microsoft.com/office/drawing/2014/main" id="{A31A0CE9-BF08-435F-8682-EFAE4D36D398}"/>
              </a:ext>
            </a:extLst>
          </p:cNvPr>
          <p:cNvSpPr txBox="1"/>
          <p:nvPr/>
        </p:nvSpPr>
        <p:spPr>
          <a:xfrm>
            <a:off x="990600" y="8325338"/>
            <a:ext cx="16745495" cy="697948"/>
          </a:xfrm>
          <a:prstGeom prst="rect">
            <a:avLst/>
          </a:prstGeom>
        </p:spPr>
        <p:txBody>
          <a:bodyPr wrap="square" lIns="0" tIns="0" rIns="0" bIns="0" rtlCol="0" anchor="t">
            <a:spAutoFit/>
          </a:bodyPr>
          <a:lstStyle/>
          <a:p>
            <a:pPr algn="r">
              <a:lnSpc>
                <a:spcPts val="5759"/>
              </a:lnSpc>
            </a:pPr>
            <a:r>
              <a:rPr lang="en-US" sz="4600" spc="192" dirty="0">
                <a:solidFill>
                  <a:schemeClr val="bg1"/>
                </a:solidFill>
                <a:latin typeface="Arial" panose="020B0604020202020204" pitchFamily="34" charset="0"/>
                <a:cs typeface="Arial" panose="020B0604020202020204" pitchFamily="34" charset="0"/>
              </a:rPr>
              <a:t>Topic 2: Developing quality policies and plans</a:t>
            </a:r>
          </a:p>
        </p:txBody>
      </p:sp>
      <p:sp>
        <p:nvSpPr>
          <p:cNvPr id="17" name="TextBox 4">
            <a:extLst>
              <a:ext uri="{FF2B5EF4-FFF2-40B4-BE49-F238E27FC236}">
                <a16:creationId xmlns:a16="http://schemas.microsoft.com/office/drawing/2014/main" id="{EAC90A64-36BA-4EF5-BA95-DA478EAEA9E6}"/>
              </a:ext>
            </a:extLst>
          </p:cNvPr>
          <p:cNvSpPr txBox="1"/>
          <p:nvPr/>
        </p:nvSpPr>
        <p:spPr>
          <a:xfrm>
            <a:off x="1028700" y="1676834"/>
            <a:ext cx="12687300" cy="2250103"/>
          </a:xfrm>
          <a:prstGeom prst="rect">
            <a:avLst/>
          </a:prstGeom>
        </p:spPr>
        <p:txBody>
          <a:bodyPr wrap="square" lIns="0" tIns="0" rIns="0" bIns="0" rtlCol="0" anchor="t">
            <a:spAutoFit/>
          </a:bodyPr>
          <a:lstStyle/>
          <a:p>
            <a:pPr>
              <a:lnSpc>
                <a:spcPct val="114000"/>
              </a:lnSpc>
              <a:spcBef>
                <a:spcPts val="600"/>
              </a:spcBef>
              <a:spcAft>
                <a:spcPts val="600"/>
              </a:spcAft>
            </a:pPr>
            <a:r>
              <a:rPr lang="en-US" sz="3200" b="1" spc="25" dirty="0">
                <a:solidFill>
                  <a:srgbClr val="00667A"/>
                </a:solidFill>
                <a:latin typeface="Arial" panose="020B0604020202020204" pitchFamily="34" charset="0"/>
                <a:cs typeface="Arial" panose="020B0604020202020204" pitchFamily="34" charset="0"/>
              </a:rPr>
              <a:t>QUALITY POLICIES</a:t>
            </a:r>
          </a:p>
          <a:p>
            <a:pPr>
              <a:lnSpc>
                <a:spcPct val="114000"/>
              </a:lnSpc>
              <a:spcBef>
                <a:spcPts val="600"/>
              </a:spcBef>
              <a:spcAft>
                <a:spcPts val="600"/>
              </a:spcAft>
            </a:pPr>
            <a:r>
              <a:rPr lang="en-US" sz="3000" spc="25" dirty="0">
                <a:solidFill>
                  <a:srgbClr val="00667A"/>
                </a:solidFill>
                <a:latin typeface="Arial" panose="020B0604020202020204" pitchFamily="34" charset="0"/>
                <a:cs typeface="Arial" panose="020B0604020202020204" pitchFamily="34" charset="0"/>
              </a:rPr>
              <a:t>The quality policy must align with the strategic goals of the company and must also reflect customer requirements. Staff input into the policy is also vital.  </a:t>
            </a:r>
          </a:p>
        </p:txBody>
      </p:sp>
      <p:sp>
        <p:nvSpPr>
          <p:cNvPr id="14" name="Slide Number Placeholder 10">
            <a:extLst>
              <a:ext uri="{FF2B5EF4-FFF2-40B4-BE49-F238E27FC236}">
                <a16:creationId xmlns:a16="http://schemas.microsoft.com/office/drawing/2014/main" id="{5BC0C534-ADAF-D84D-81C8-2A1D2405EFB8}"/>
              </a:ext>
            </a:extLst>
          </p:cNvPr>
          <p:cNvSpPr txBox="1">
            <a:spLocks/>
          </p:cNvSpPr>
          <p:nvPr/>
        </p:nvSpPr>
        <p:spPr>
          <a:xfrm>
            <a:off x="17526000" y="164563"/>
            <a:ext cx="478452" cy="347857"/>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6F15528-21DE-4FAA-801E-634DDDAF4B2B}" type="slidenum">
              <a:rPr lang="en-US" b="1" smtClean="0">
                <a:solidFill>
                  <a:srgbClr val="31859C"/>
                </a:solidFill>
                <a:latin typeface="Arial" panose="020B0604020202020204" pitchFamily="34" charset="0"/>
                <a:cs typeface="Arial" panose="020B0604020202020204" pitchFamily="34" charset="0"/>
              </a:rPr>
              <a:pPr/>
              <a:t>22</a:t>
            </a:fld>
            <a:endParaRPr lang="en-US" b="1" dirty="0">
              <a:solidFill>
                <a:srgbClr val="31859C"/>
              </a:solidFill>
              <a:latin typeface="Arial" panose="020B0604020202020204" pitchFamily="34" charset="0"/>
              <a:cs typeface="Arial" panose="020B0604020202020204" pitchFamily="34" charset="0"/>
            </a:endParaRPr>
          </a:p>
        </p:txBody>
      </p:sp>
      <p:sp>
        <p:nvSpPr>
          <p:cNvPr id="16" name="Footer Placeholder 9">
            <a:extLst>
              <a:ext uri="{FF2B5EF4-FFF2-40B4-BE49-F238E27FC236}">
                <a16:creationId xmlns:a16="http://schemas.microsoft.com/office/drawing/2014/main" id="{91238751-4B41-A64D-9256-38165806A582}"/>
              </a:ext>
            </a:extLst>
          </p:cNvPr>
          <p:cNvSpPr txBox="1">
            <a:spLocks/>
          </p:cNvSpPr>
          <p:nvPr/>
        </p:nvSpPr>
        <p:spPr>
          <a:xfrm>
            <a:off x="15163800" y="9715499"/>
            <a:ext cx="2895600"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endParaRPr lang="en-US" dirty="0">
              <a:solidFill>
                <a:srgbClr val="00667A"/>
              </a:solidFill>
              <a:latin typeface="Arial" panose="020B0604020202020204" pitchFamily="34" charset="0"/>
              <a:cs typeface="Arial" panose="020B0604020202020204" pitchFamily="34" charset="0"/>
            </a:endParaRPr>
          </a:p>
        </p:txBody>
      </p:sp>
      <p:sp>
        <p:nvSpPr>
          <p:cNvPr id="15" name="Footer Placeholder 9">
            <a:extLst>
              <a:ext uri="{FF2B5EF4-FFF2-40B4-BE49-F238E27FC236}">
                <a16:creationId xmlns:a16="http://schemas.microsoft.com/office/drawing/2014/main" id="{976232BB-FC90-084A-A77F-98BBE7BA4C6D}"/>
              </a:ext>
            </a:extLst>
          </p:cNvPr>
          <p:cNvSpPr>
            <a:spLocks noGrp="1"/>
          </p:cNvSpPr>
          <p:nvPr>
            <p:ph type="ftr" sz="quarter" idx="11"/>
          </p:nvPr>
        </p:nvSpPr>
        <p:spPr>
          <a:xfrm>
            <a:off x="533400" y="9715499"/>
            <a:ext cx="6019800" cy="442894"/>
          </a:xfrm>
        </p:spPr>
        <p:txBody>
          <a:bodyPr/>
          <a:lstStyle/>
          <a:p>
            <a:pPr algn="l"/>
            <a:r>
              <a:rPr lang="en-US" b="1" dirty="0">
                <a:solidFill>
                  <a:srgbClr val="00667A"/>
                </a:solidFill>
                <a:latin typeface="Arial" panose="020B0604020202020204" pitchFamily="34" charset="0"/>
                <a:cs typeface="Arial" panose="020B0604020202020204" pitchFamily="34" charset="0"/>
              </a:rPr>
              <a:t>ICTSAD507 </a:t>
            </a:r>
            <a:r>
              <a:rPr lang="en-US" dirty="0">
                <a:solidFill>
                  <a:srgbClr val="00667A"/>
                </a:solidFill>
                <a:latin typeface="Arial" panose="020B0604020202020204" pitchFamily="34" charset="0"/>
                <a:cs typeface="Arial" panose="020B0604020202020204" pitchFamily="34" charset="0"/>
              </a:rPr>
              <a:t>Design and implement quality assurance processes for business solutions </a:t>
            </a:r>
          </a:p>
        </p:txBody>
      </p:sp>
    </p:spTree>
    <p:extLst>
      <p:ext uri="{BB962C8B-B14F-4D97-AF65-F5344CB8AC3E}">
        <p14:creationId xmlns:p14="http://schemas.microsoft.com/office/powerpoint/2010/main" val="236540043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00667A"/>
        </a:solidFill>
        <a:effectLst/>
      </p:bgPr>
    </p:bg>
    <p:spTree>
      <p:nvGrpSpPr>
        <p:cNvPr id="1" name=""/>
        <p:cNvGrpSpPr/>
        <p:nvPr/>
      </p:nvGrpSpPr>
      <p:grpSpPr>
        <a:xfrm>
          <a:off x="0" y="0"/>
          <a:ext cx="0" cy="0"/>
          <a:chOff x="0" y="0"/>
          <a:chExt cx="0" cy="0"/>
        </a:xfrm>
      </p:grpSpPr>
      <p:sp>
        <p:nvSpPr>
          <p:cNvPr id="2" name="AutoShape 2"/>
          <p:cNvSpPr/>
          <p:nvPr/>
        </p:nvSpPr>
        <p:spPr>
          <a:xfrm>
            <a:off x="0" y="7886700"/>
            <a:ext cx="18288000" cy="1621070"/>
          </a:xfrm>
          <a:prstGeom prst="rect">
            <a:avLst/>
          </a:prstGeom>
          <a:solidFill>
            <a:schemeClr val="bg1"/>
          </a:solidFill>
        </p:spPr>
        <p:txBody>
          <a:bodyPr/>
          <a:lstStyle/>
          <a:p>
            <a:endParaRPr lang="en-US"/>
          </a:p>
        </p:txBody>
      </p:sp>
      <p:sp>
        <p:nvSpPr>
          <p:cNvPr id="3" name="TextBox 3"/>
          <p:cNvSpPr txBox="1"/>
          <p:nvPr/>
        </p:nvSpPr>
        <p:spPr>
          <a:xfrm>
            <a:off x="990600" y="8325338"/>
            <a:ext cx="16745495" cy="697948"/>
          </a:xfrm>
          <a:prstGeom prst="rect">
            <a:avLst/>
          </a:prstGeom>
        </p:spPr>
        <p:txBody>
          <a:bodyPr wrap="square" lIns="0" tIns="0" rIns="0" bIns="0" rtlCol="0" anchor="t">
            <a:spAutoFit/>
          </a:bodyPr>
          <a:lstStyle/>
          <a:p>
            <a:pPr algn="r">
              <a:lnSpc>
                <a:spcPts val="5759"/>
              </a:lnSpc>
            </a:pPr>
            <a:r>
              <a:rPr lang="en-US" sz="4600" spc="192" dirty="0">
                <a:solidFill>
                  <a:srgbClr val="00667A"/>
                </a:solidFill>
                <a:latin typeface="Arial" panose="020B0604020202020204" pitchFamily="34" charset="0"/>
                <a:cs typeface="Arial" panose="020B0604020202020204" pitchFamily="34" charset="0"/>
              </a:rPr>
              <a:t>Topic 2: Developing quality policies and plans</a:t>
            </a:r>
          </a:p>
        </p:txBody>
      </p:sp>
      <p:sp>
        <p:nvSpPr>
          <p:cNvPr id="4" name="TextBox 4"/>
          <p:cNvSpPr txBox="1"/>
          <p:nvPr/>
        </p:nvSpPr>
        <p:spPr>
          <a:xfrm>
            <a:off x="2209800" y="1676834"/>
            <a:ext cx="14935200" cy="3238066"/>
          </a:xfrm>
          <a:prstGeom prst="rect">
            <a:avLst/>
          </a:prstGeom>
        </p:spPr>
        <p:txBody>
          <a:bodyPr wrap="square" lIns="0" tIns="0" rIns="0" bIns="0" rtlCol="0" anchor="t">
            <a:spAutoFit/>
          </a:bodyPr>
          <a:lstStyle/>
          <a:p>
            <a:pPr>
              <a:lnSpc>
                <a:spcPct val="114000"/>
              </a:lnSpc>
              <a:spcBef>
                <a:spcPts val="600"/>
              </a:spcBef>
              <a:spcAft>
                <a:spcPts val="600"/>
              </a:spcAft>
            </a:pPr>
            <a:r>
              <a:rPr lang="en-US" sz="3200" b="1" spc="200" dirty="0">
                <a:solidFill>
                  <a:schemeClr val="bg1"/>
                </a:solidFill>
                <a:latin typeface="Arial" panose="020B0604020202020204" pitchFamily="34" charset="0"/>
                <a:cs typeface="Arial" panose="020B0604020202020204" pitchFamily="34" charset="0"/>
              </a:rPr>
              <a:t>ACTIVITY: READ AND WATCH</a:t>
            </a:r>
            <a:endParaRPr lang="en-US" sz="2500" b="1" spc="200" dirty="0">
              <a:solidFill>
                <a:schemeClr val="bg1"/>
              </a:solidFill>
              <a:latin typeface="Arial" panose="020B0604020202020204" pitchFamily="34" charset="0"/>
              <a:cs typeface="Arial" panose="020B0604020202020204" pitchFamily="34" charset="0"/>
            </a:endParaRPr>
          </a:p>
          <a:p>
            <a:pPr>
              <a:lnSpc>
                <a:spcPct val="114000"/>
              </a:lnSpc>
              <a:spcBef>
                <a:spcPts val="600"/>
              </a:spcBef>
              <a:spcAft>
                <a:spcPts val="600"/>
              </a:spcAft>
            </a:pPr>
            <a:r>
              <a:rPr lang="en-US" sz="3000" spc="25" dirty="0">
                <a:solidFill>
                  <a:schemeClr val="bg1"/>
                </a:solidFill>
                <a:latin typeface="Arial" panose="020B0604020202020204" pitchFamily="34" charset="0"/>
                <a:cs typeface="Arial" panose="020B0604020202020204" pitchFamily="34" charset="0"/>
              </a:rPr>
              <a:t>Read this article about developing a quality policy:</a:t>
            </a:r>
          </a:p>
          <a:p>
            <a:pPr>
              <a:lnSpc>
                <a:spcPct val="114000"/>
              </a:lnSpc>
              <a:spcBef>
                <a:spcPts val="600"/>
              </a:spcBef>
              <a:spcAft>
                <a:spcPts val="600"/>
              </a:spcAft>
            </a:pPr>
            <a:r>
              <a:rPr lang="en-US" sz="3000" spc="25" dirty="0">
                <a:solidFill>
                  <a:schemeClr val="bg1"/>
                </a:solidFill>
                <a:latin typeface="Arial" panose="020B0604020202020204" pitchFamily="34" charset="0"/>
                <a:cs typeface="Arial" panose="020B0604020202020204" pitchFamily="34" charset="0"/>
                <a:hlinkClick r:id="rId3"/>
              </a:rPr>
              <a:t>https://www.groweq.com.au/three-guidelines-for-writing-quality-policies/</a:t>
            </a:r>
            <a:r>
              <a:rPr lang="en-US" sz="3000" spc="25" dirty="0">
                <a:solidFill>
                  <a:schemeClr val="bg1"/>
                </a:solidFill>
                <a:latin typeface="Arial" panose="020B0604020202020204" pitchFamily="34" charset="0"/>
                <a:cs typeface="Arial" panose="020B0604020202020204" pitchFamily="34" charset="0"/>
              </a:rPr>
              <a:t> </a:t>
            </a:r>
          </a:p>
          <a:p>
            <a:pPr>
              <a:lnSpc>
                <a:spcPct val="114000"/>
              </a:lnSpc>
              <a:spcBef>
                <a:spcPts val="600"/>
              </a:spcBef>
              <a:spcAft>
                <a:spcPts val="600"/>
              </a:spcAft>
            </a:pPr>
            <a:r>
              <a:rPr lang="en-US" sz="3000" spc="25" dirty="0">
                <a:solidFill>
                  <a:schemeClr val="bg1"/>
                </a:solidFill>
                <a:latin typeface="Arial" panose="020B0604020202020204" pitchFamily="34" charset="0"/>
                <a:cs typeface="Arial" panose="020B0604020202020204" pitchFamily="34" charset="0"/>
              </a:rPr>
              <a:t>Watch this video about how to write a quality policy.</a:t>
            </a:r>
          </a:p>
          <a:p>
            <a:pPr>
              <a:lnSpc>
                <a:spcPct val="114000"/>
              </a:lnSpc>
              <a:spcBef>
                <a:spcPts val="600"/>
              </a:spcBef>
              <a:spcAft>
                <a:spcPts val="600"/>
              </a:spcAft>
            </a:pPr>
            <a:r>
              <a:rPr lang="en-US" sz="3000" spc="25" dirty="0">
                <a:solidFill>
                  <a:schemeClr val="bg1"/>
                </a:solidFill>
                <a:latin typeface="Arial" panose="020B0604020202020204" pitchFamily="34" charset="0"/>
                <a:cs typeface="Arial" panose="020B0604020202020204" pitchFamily="34" charset="0"/>
              </a:rPr>
              <a:t>Video: </a:t>
            </a:r>
            <a:r>
              <a:rPr lang="en-US" sz="3000" spc="25" dirty="0">
                <a:solidFill>
                  <a:schemeClr val="bg1"/>
                </a:solidFill>
                <a:latin typeface="Arial" panose="020B0604020202020204" pitchFamily="34" charset="0"/>
                <a:cs typeface="Arial" panose="020B0604020202020204" pitchFamily="34" charset="0"/>
                <a:hlinkClick r:id="rId4"/>
              </a:rPr>
              <a:t>https://www.youtube.com/watch?v=fqtkQvgh3to</a:t>
            </a:r>
            <a:r>
              <a:rPr lang="en-US" sz="3000" spc="25" dirty="0">
                <a:solidFill>
                  <a:schemeClr val="bg1"/>
                </a:solidFill>
                <a:latin typeface="Arial" panose="020B0604020202020204" pitchFamily="34" charset="0"/>
                <a:cs typeface="Arial" panose="020B0604020202020204" pitchFamily="34" charset="0"/>
              </a:rPr>
              <a:t> (04:35)</a:t>
            </a:r>
          </a:p>
        </p:txBody>
      </p:sp>
      <p:grpSp>
        <p:nvGrpSpPr>
          <p:cNvPr id="17" name="Group 16">
            <a:extLst>
              <a:ext uri="{FF2B5EF4-FFF2-40B4-BE49-F238E27FC236}">
                <a16:creationId xmlns:a16="http://schemas.microsoft.com/office/drawing/2014/main" id="{9BC53F16-C04B-4406-BBF9-D518BC5BACFE}"/>
              </a:ext>
            </a:extLst>
          </p:cNvPr>
          <p:cNvGrpSpPr/>
          <p:nvPr/>
        </p:nvGrpSpPr>
        <p:grpSpPr>
          <a:xfrm>
            <a:off x="1028700" y="495300"/>
            <a:ext cx="17259300" cy="218203"/>
            <a:chOff x="1028700" y="723900"/>
            <a:chExt cx="17259300" cy="218203"/>
          </a:xfrm>
          <a:solidFill>
            <a:schemeClr val="bg1"/>
          </a:solidFill>
        </p:grpSpPr>
        <p:sp>
          <p:nvSpPr>
            <p:cNvPr id="6" name="AutoShape 6"/>
            <p:cNvSpPr/>
            <p:nvPr/>
          </p:nvSpPr>
          <p:spPr>
            <a:xfrm>
              <a:off x="1044000" y="826884"/>
              <a:ext cx="17244000" cy="20795"/>
            </a:xfrm>
            <a:prstGeom prst="rect">
              <a:avLst/>
            </a:prstGeom>
            <a:grpFill/>
          </p:spPr>
          <p:txBody>
            <a:bodyPr/>
            <a:lstStyle/>
            <a:p>
              <a:endParaRPr lang="en-US"/>
            </a:p>
          </p:txBody>
        </p:sp>
        <p:sp>
          <p:nvSpPr>
            <p:cNvPr id="7" name="AutoShape 7"/>
            <p:cNvSpPr/>
            <p:nvPr/>
          </p:nvSpPr>
          <p:spPr>
            <a:xfrm>
              <a:off x="1028700" y="723900"/>
              <a:ext cx="219025" cy="209643"/>
            </a:xfrm>
            <a:prstGeom prst="rect">
              <a:avLst/>
            </a:prstGeom>
            <a:grpFill/>
          </p:spPr>
          <p:txBody>
            <a:bodyPr/>
            <a:lstStyle/>
            <a:p>
              <a:endParaRPr lang="en-US"/>
            </a:p>
          </p:txBody>
        </p:sp>
        <p:sp>
          <p:nvSpPr>
            <p:cNvPr id="8" name="AutoShape 8"/>
            <p:cNvSpPr/>
            <p:nvPr/>
          </p:nvSpPr>
          <p:spPr>
            <a:xfrm>
              <a:off x="6856574" y="732460"/>
              <a:ext cx="219025" cy="209643"/>
            </a:xfrm>
            <a:prstGeom prst="rect">
              <a:avLst/>
            </a:prstGeom>
            <a:grpFill/>
          </p:spPr>
          <p:txBody>
            <a:bodyPr/>
            <a:lstStyle/>
            <a:p>
              <a:endParaRPr lang="en-US"/>
            </a:p>
          </p:txBody>
        </p:sp>
        <p:sp>
          <p:nvSpPr>
            <p:cNvPr id="9" name="AutoShape 9"/>
            <p:cNvSpPr/>
            <p:nvPr/>
          </p:nvSpPr>
          <p:spPr>
            <a:xfrm>
              <a:off x="12684448" y="732460"/>
              <a:ext cx="219025" cy="209643"/>
            </a:xfrm>
            <a:prstGeom prst="rect">
              <a:avLst/>
            </a:prstGeom>
            <a:grpFill/>
          </p:spPr>
          <p:txBody>
            <a:bodyPr/>
            <a:lstStyle/>
            <a:p>
              <a:endParaRPr lang="en-US"/>
            </a:p>
          </p:txBody>
        </p:sp>
      </p:grpSp>
      <p:pic>
        <p:nvPicPr>
          <p:cNvPr id="12" name="Graphic 11" descr="Head with gears">
            <a:extLst>
              <a:ext uri="{FF2B5EF4-FFF2-40B4-BE49-F238E27FC236}">
                <a16:creationId xmlns:a16="http://schemas.microsoft.com/office/drawing/2014/main" id="{24660D36-8AF2-4286-AAA9-78D28F426CF7}"/>
              </a:ext>
            </a:extLst>
          </p:cNvPr>
          <p:cNvPicPr>
            <a:picLocks noChangeAspect="1"/>
          </p:cNvPicPr>
          <p:nvPr/>
        </p:nvPicPr>
        <p:blipFill>
          <a:blip r:embed="rId5">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p:blipFill>
        <p:spPr>
          <a:xfrm flipH="1">
            <a:off x="643741" y="1676834"/>
            <a:ext cx="1207968" cy="1207968"/>
          </a:xfrm>
          <a:prstGeom prst="rect">
            <a:avLst/>
          </a:prstGeom>
        </p:spPr>
      </p:pic>
      <p:sp>
        <p:nvSpPr>
          <p:cNvPr id="18" name="Footer Placeholder 9">
            <a:extLst>
              <a:ext uri="{FF2B5EF4-FFF2-40B4-BE49-F238E27FC236}">
                <a16:creationId xmlns:a16="http://schemas.microsoft.com/office/drawing/2014/main" id="{28DCC937-298F-458D-B2D1-4B0524F6D728}"/>
              </a:ext>
            </a:extLst>
          </p:cNvPr>
          <p:cNvSpPr txBox="1">
            <a:spLocks/>
          </p:cNvSpPr>
          <p:nvPr/>
        </p:nvSpPr>
        <p:spPr>
          <a:xfrm>
            <a:off x="15163800" y="9715499"/>
            <a:ext cx="2895600"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endParaRPr lang="en-US" dirty="0">
              <a:solidFill>
                <a:schemeClr val="bg1"/>
              </a:solidFill>
              <a:latin typeface="Arial" panose="020B0604020202020204" pitchFamily="34" charset="0"/>
              <a:cs typeface="Arial" panose="020B0604020202020204" pitchFamily="34" charset="0"/>
            </a:endParaRPr>
          </a:p>
        </p:txBody>
      </p:sp>
      <p:sp>
        <p:nvSpPr>
          <p:cNvPr id="14" name="Slide Number Placeholder 10">
            <a:extLst>
              <a:ext uri="{FF2B5EF4-FFF2-40B4-BE49-F238E27FC236}">
                <a16:creationId xmlns:a16="http://schemas.microsoft.com/office/drawing/2014/main" id="{2CC8EE72-4EB2-A843-A602-EEAF09A8A808}"/>
              </a:ext>
            </a:extLst>
          </p:cNvPr>
          <p:cNvSpPr txBox="1">
            <a:spLocks/>
          </p:cNvSpPr>
          <p:nvPr/>
        </p:nvSpPr>
        <p:spPr>
          <a:xfrm>
            <a:off x="17526000" y="164563"/>
            <a:ext cx="478452" cy="347857"/>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6F15528-21DE-4FAA-801E-634DDDAF4B2B}" type="slidenum">
              <a:rPr lang="en-US" smtClean="0">
                <a:solidFill>
                  <a:schemeClr val="bg1"/>
                </a:solidFill>
                <a:latin typeface="Arial" panose="020B0604020202020204" pitchFamily="34" charset="0"/>
                <a:cs typeface="Arial" panose="020B0604020202020204" pitchFamily="34" charset="0"/>
              </a:rPr>
              <a:pPr/>
              <a:t>23</a:t>
            </a:fld>
            <a:endParaRPr lang="en-US" dirty="0">
              <a:solidFill>
                <a:schemeClr val="bg1"/>
              </a:solidFill>
              <a:latin typeface="Arial" panose="020B0604020202020204" pitchFamily="34" charset="0"/>
              <a:cs typeface="Arial" panose="020B0604020202020204" pitchFamily="34" charset="0"/>
            </a:endParaRPr>
          </a:p>
        </p:txBody>
      </p:sp>
      <p:sp>
        <p:nvSpPr>
          <p:cNvPr id="16" name="Footer Placeholder 9">
            <a:extLst>
              <a:ext uri="{FF2B5EF4-FFF2-40B4-BE49-F238E27FC236}">
                <a16:creationId xmlns:a16="http://schemas.microsoft.com/office/drawing/2014/main" id="{AB9BE680-5A93-6744-9278-BEC84DF3AC8D}"/>
              </a:ext>
            </a:extLst>
          </p:cNvPr>
          <p:cNvSpPr>
            <a:spLocks noGrp="1"/>
          </p:cNvSpPr>
          <p:nvPr>
            <p:ph type="ftr" sz="quarter" idx="11"/>
          </p:nvPr>
        </p:nvSpPr>
        <p:spPr>
          <a:xfrm>
            <a:off x="533400" y="9715499"/>
            <a:ext cx="6019800" cy="442894"/>
          </a:xfrm>
        </p:spPr>
        <p:txBody>
          <a:bodyPr/>
          <a:lstStyle/>
          <a:p>
            <a:pPr algn="l"/>
            <a:r>
              <a:rPr lang="en-US" b="1" dirty="0">
                <a:solidFill>
                  <a:schemeClr val="bg1"/>
                </a:solidFill>
                <a:latin typeface="Arial" panose="020B0604020202020204" pitchFamily="34" charset="0"/>
                <a:cs typeface="Arial" panose="020B0604020202020204" pitchFamily="34" charset="0"/>
              </a:rPr>
              <a:t>ICTSAD507 </a:t>
            </a:r>
            <a:r>
              <a:rPr lang="en-US" dirty="0">
                <a:solidFill>
                  <a:schemeClr val="bg1"/>
                </a:solidFill>
                <a:latin typeface="Arial" panose="020B0604020202020204" pitchFamily="34" charset="0"/>
                <a:cs typeface="Arial" panose="020B0604020202020204" pitchFamily="34" charset="0"/>
              </a:rPr>
              <a:t>Design and implement quality assurance processes for business solutions </a:t>
            </a:r>
          </a:p>
        </p:txBody>
      </p:sp>
    </p:spTree>
    <p:extLst>
      <p:ext uri="{BB962C8B-B14F-4D97-AF65-F5344CB8AC3E}">
        <p14:creationId xmlns:p14="http://schemas.microsoft.com/office/powerpoint/2010/main" val="164678839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3"/>
          <p:cNvSpPr txBox="1"/>
          <p:nvPr/>
        </p:nvSpPr>
        <p:spPr>
          <a:xfrm>
            <a:off x="5603551" y="8746411"/>
            <a:ext cx="11716295" cy="717197"/>
          </a:xfrm>
          <a:prstGeom prst="rect">
            <a:avLst/>
          </a:prstGeom>
        </p:spPr>
        <p:txBody>
          <a:bodyPr lIns="0" tIns="0" rIns="0" bIns="0" rtlCol="0" anchor="t">
            <a:spAutoFit/>
          </a:bodyPr>
          <a:lstStyle/>
          <a:p>
            <a:pPr algn="r">
              <a:lnSpc>
                <a:spcPts val="5759"/>
              </a:lnSpc>
            </a:pPr>
            <a:r>
              <a:rPr lang="en-US" sz="4800" spc="192" dirty="0">
                <a:solidFill>
                  <a:srgbClr val="F4F8F3"/>
                </a:solidFill>
                <a:latin typeface="Montserrat Light"/>
              </a:rPr>
              <a:t>Topic 1: Insert topic title </a:t>
            </a:r>
          </a:p>
        </p:txBody>
      </p:sp>
      <p:grpSp>
        <p:nvGrpSpPr>
          <p:cNvPr id="5" name="Group 5"/>
          <p:cNvGrpSpPr/>
          <p:nvPr/>
        </p:nvGrpSpPr>
        <p:grpSpPr>
          <a:xfrm>
            <a:off x="1028700" y="446788"/>
            <a:ext cx="17244000" cy="220040"/>
            <a:chOff x="0" y="0"/>
            <a:chExt cx="23454501" cy="293386"/>
          </a:xfrm>
          <a:solidFill>
            <a:srgbClr val="00667A"/>
          </a:solidFill>
        </p:grpSpPr>
        <p:sp>
          <p:nvSpPr>
            <p:cNvPr id="6" name="AutoShape 6"/>
            <p:cNvSpPr/>
            <p:nvPr/>
          </p:nvSpPr>
          <p:spPr>
            <a:xfrm>
              <a:off x="0" y="125899"/>
              <a:ext cx="23454501" cy="27726"/>
            </a:xfrm>
            <a:prstGeom prst="rect">
              <a:avLst/>
            </a:prstGeom>
            <a:grpFill/>
          </p:spPr>
          <p:txBody>
            <a:bodyPr/>
            <a:lstStyle/>
            <a:p>
              <a:endParaRPr lang="en-US"/>
            </a:p>
          </p:txBody>
        </p:sp>
        <p:sp>
          <p:nvSpPr>
            <p:cNvPr id="7" name="AutoShape 7"/>
            <p:cNvSpPr/>
            <p:nvPr/>
          </p:nvSpPr>
          <p:spPr>
            <a:xfrm>
              <a:off x="0" y="13863"/>
              <a:ext cx="292033" cy="279524"/>
            </a:xfrm>
            <a:prstGeom prst="rect">
              <a:avLst/>
            </a:prstGeom>
            <a:grpFill/>
          </p:spPr>
          <p:txBody>
            <a:bodyPr/>
            <a:lstStyle/>
            <a:p>
              <a:endParaRPr lang="en-US"/>
            </a:p>
          </p:txBody>
        </p:sp>
        <p:sp>
          <p:nvSpPr>
            <p:cNvPr id="8" name="AutoShape 8"/>
            <p:cNvSpPr/>
            <p:nvPr/>
          </p:nvSpPr>
          <p:spPr>
            <a:xfrm>
              <a:off x="7770499" y="0"/>
              <a:ext cx="292033" cy="279524"/>
            </a:xfrm>
            <a:prstGeom prst="rect">
              <a:avLst/>
            </a:prstGeom>
            <a:grpFill/>
          </p:spPr>
          <p:txBody>
            <a:bodyPr/>
            <a:lstStyle/>
            <a:p>
              <a:endParaRPr lang="en-US"/>
            </a:p>
          </p:txBody>
        </p:sp>
        <p:sp>
          <p:nvSpPr>
            <p:cNvPr id="9" name="AutoShape 9"/>
            <p:cNvSpPr/>
            <p:nvPr/>
          </p:nvSpPr>
          <p:spPr>
            <a:xfrm>
              <a:off x="15540998" y="0"/>
              <a:ext cx="292033" cy="279524"/>
            </a:xfrm>
            <a:prstGeom prst="rect">
              <a:avLst/>
            </a:prstGeom>
            <a:grpFill/>
          </p:spPr>
          <p:txBody>
            <a:bodyPr/>
            <a:lstStyle/>
            <a:p>
              <a:endParaRPr lang="en-US"/>
            </a:p>
          </p:txBody>
        </p:sp>
      </p:grpSp>
      <p:sp>
        <p:nvSpPr>
          <p:cNvPr id="12" name="AutoShape 2">
            <a:extLst>
              <a:ext uri="{FF2B5EF4-FFF2-40B4-BE49-F238E27FC236}">
                <a16:creationId xmlns:a16="http://schemas.microsoft.com/office/drawing/2014/main" id="{54B605DE-63C5-4B19-89D4-FD69EFF21B44}"/>
              </a:ext>
            </a:extLst>
          </p:cNvPr>
          <p:cNvSpPr/>
          <p:nvPr/>
        </p:nvSpPr>
        <p:spPr>
          <a:xfrm>
            <a:off x="0" y="7886700"/>
            <a:ext cx="18288000" cy="1621070"/>
          </a:xfrm>
          <a:prstGeom prst="rect">
            <a:avLst/>
          </a:prstGeom>
          <a:solidFill>
            <a:srgbClr val="00667A"/>
          </a:solidFill>
        </p:spPr>
        <p:txBody>
          <a:bodyPr/>
          <a:lstStyle/>
          <a:p>
            <a:endParaRPr lang="en-AU"/>
          </a:p>
        </p:txBody>
      </p:sp>
      <p:sp>
        <p:nvSpPr>
          <p:cNvPr id="13" name="TextBox 3">
            <a:extLst>
              <a:ext uri="{FF2B5EF4-FFF2-40B4-BE49-F238E27FC236}">
                <a16:creationId xmlns:a16="http://schemas.microsoft.com/office/drawing/2014/main" id="{A31A0CE9-BF08-435F-8682-EFAE4D36D398}"/>
              </a:ext>
            </a:extLst>
          </p:cNvPr>
          <p:cNvSpPr txBox="1"/>
          <p:nvPr/>
        </p:nvSpPr>
        <p:spPr>
          <a:xfrm>
            <a:off x="990600" y="8325338"/>
            <a:ext cx="16745495" cy="697948"/>
          </a:xfrm>
          <a:prstGeom prst="rect">
            <a:avLst/>
          </a:prstGeom>
        </p:spPr>
        <p:txBody>
          <a:bodyPr wrap="square" lIns="0" tIns="0" rIns="0" bIns="0" rtlCol="0" anchor="t">
            <a:spAutoFit/>
          </a:bodyPr>
          <a:lstStyle/>
          <a:p>
            <a:pPr algn="r">
              <a:lnSpc>
                <a:spcPts val="5759"/>
              </a:lnSpc>
            </a:pPr>
            <a:r>
              <a:rPr lang="en-US" sz="4600" spc="192" dirty="0">
                <a:solidFill>
                  <a:schemeClr val="bg1"/>
                </a:solidFill>
                <a:latin typeface="Arial" panose="020B0604020202020204" pitchFamily="34" charset="0"/>
                <a:cs typeface="Arial" panose="020B0604020202020204" pitchFamily="34" charset="0"/>
              </a:rPr>
              <a:t>Topic 2: Developing quality policies and plans</a:t>
            </a:r>
          </a:p>
        </p:txBody>
      </p:sp>
      <p:sp>
        <p:nvSpPr>
          <p:cNvPr id="17" name="TextBox 4">
            <a:extLst>
              <a:ext uri="{FF2B5EF4-FFF2-40B4-BE49-F238E27FC236}">
                <a16:creationId xmlns:a16="http://schemas.microsoft.com/office/drawing/2014/main" id="{EAC90A64-36BA-4EF5-BA95-DA478EAEA9E6}"/>
              </a:ext>
            </a:extLst>
          </p:cNvPr>
          <p:cNvSpPr txBox="1"/>
          <p:nvPr/>
        </p:nvSpPr>
        <p:spPr>
          <a:xfrm>
            <a:off x="1028700" y="1676834"/>
            <a:ext cx="12687300" cy="1791131"/>
          </a:xfrm>
          <a:prstGeom prst="rect">
            <a:avLst/>
          </a:prstGeom>
        </p:spPr>
        <p:txBody>
          <a:bodyPr wrap="square" lIns="0" tIns="0" rIns="0" bIns="0" rtlCol="0" anchor="t">
            <a:spAutoFit/>
          </a:bodyPr>
          <a:lstStyle/>
          <a:p>
            <a:pPr>
              <a:lnSpc>
                <a:spcPct val="114000"/>
              </a:lnSpc>
              <a:spcBef>
                <a:spcPts val="600"/>
              </a:spcBef>
              <a:spcAft>
                <a:spcPts val="600"/>
              </a:spcAft>
            </a:pPr>
            <a:r>
              <a:rPr lang="en-US" sz="3200" b="1" spc="25" dirty="0">
                <a:solidFill>
                  <a:srgbClr val="00667A"/>
                </a:solidFill>
                <a:latin typeface="Arial" panose="020B0604020202020204" pitchFamily="34" charset="0"/>
                <a:cs typeface="Arial" panose="020B0604020202020204" pitchFamily="34" charset="0"/>
              </a:rPr>
              <a:t>CREATING A QUALITY MANAGEMENT PLAN</a:t>
            </a:r>
          </a:p>
          <a:p>
            <a:pPr>
              <a:lnSpc>
                <a:spcPct val="114000"/>
              </a:lnSpc>
              <a:spcBef>
                <a:spcPts val="600"/>
              </a:spcBef>
              <a:spcAft>
                <a:spcPts val="600"/>
              </a:spcAft>
            </a:pPr>
            <a:r>
              <a:rPr lang="en-US" sz="3000" spc="25" dirty="0">
                <a:solidFill>
                  <a:srgbClr val="00667A"/>
                </a:solidFill>
                <a:latin typeface="Arial" panose="020B0604020202020204" pitchFamily="34" charset="0"/>
                <a:cs typeface="Arial" panose="020B0604020202020204" pitchFamily="34" charset="0"/>
              </a:rPr>
              <a:t>In the previous activity you learnt what a quality management plan is. Now we will focus on how to create one. </a:t>
            </a:r>
          </a:p>
        </p:txBody>
      </p:sp>
      <p:sp>
        <p:nvSpPr>
          <p:cNvPr id="14" name="Slide Number Placeholder 10">
            <a:extLst>
              <a:ext uri="{FF2B5EF4-FFF2-40B4-BE49-F238E27FC236}">
                <a16:creationId xmlns:a16="http://schemas.microsoft.com/office/drawing/2014/main" id="{5BC0C534-ADAF-D84D-81C8-2A1D2405EFB8}"/>
              </a:ext>
            </a:extLst>
          </p:cNvPr>
          <p:cNvSpPr txBox="1">
            <a:spLocks/>
          </p:cNvSpPr>
          <p:nvPr/>
        </p:nvSpPr>
        <p:spPr>
          <a:xfrm>
            <a:off x="17526000" y="164563"/>
            <a:ext cx="478452" cy="347857"/>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6F15528-21DE-4FAA-801E-634DDDAF4B2B}" type="slidenum">
              <a:rPr lang="en-US" b="1" smtClean="0">
                <a:solidFill>
                  <a:srgbClr val="31859C"/>
                </a:solidFill>
                <a:latin typeface="Arial" panose="020B0604020202020204" pitchFamily="34" charset="0"/>
                <a:cs typeface="Arial" panose="020B0604020202020204" pitchFamily="34" charset="0"/>
              </a:rPr>
              <a:pPr/>
              <a:t>24</a:t>
            </a:fld>
            <a:endParaRPr lang="en-US" b="1" dirty="0">
              <a:solidFill>
                <a:srgbClr val="31859C"/>
              </a:solidFill>
              <a:latin typeface="Arial" panose="020B0604020202020204" pitchFamily="34" charset="0"/>
              <a:cs typeface="Arial" panose="020B0604020202020204" pitchFamily="34" charset="0"/>
            </a:endParaRPr>
          </a:p>
        </p:txBody>
      </p:sp>
      <p:sp>
        <p:nvSpPr>
          <p:cNvPr id="16" name="Footer Placeholder 9">
            <a:extLst>
              <a:ext uri="{FF2B5EF4-FFF2-40B4-BE49-F238E27FC236}">
                <a16:creationId xmlns:a16="http://schemas.microsoft.com/office/drawing/2014/main" id="{91238751-4B41-A64D-9256-38165806A582}"/>
              </a:ext>
            </a:extLst>
          </p:cNvPr>
          <p:cNvSpPr txBox="1">
            <a:spLocks/>
          </p:cNvSpPr>
          <p:nvPr/>
        </p:nvSpPr>
        <p:spPr>
          <a:xfrm>
            <a:off x="15163800" y="9715499"/>
            <a:ext cx="2895600"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endParaRPr lang="en-US" dirty="0">
              <a:solidFill>
                <a:srgbClr val="00667A"/>
              </a:solidFill>
              <a:latin typeface="Arial" panose="020B0604020202020204" pitchFamily="34" charset="0"/>
              <a:cs typeface="Arial" panose="020B0604020202020204" pitchFamily="34" charset="0"/>
            </a:endParaRPr>
          </a:p>
        </p:txBody>
      </p:sp>
      <p:sp>
        <p:nvSpPr>
          <p:cNvPr id="15" name="Footer Placeholder 9">
            <a:extLst>
              <a:ext uri="{FF2B5EF4-FFF2-40B4-BE49-F238E27FC236}">
                <a16:creationId xmlns:a16="http://schemas.microsoft.com/office/drawing/2014/main" id="{976232BB-FC90-084A-A77F-98BBE7BA4C6D}"/>
              </a:ext>
            </a:extLst>
          </p:cNvPr>
          <p:cNvSpPr>
            <a:spLocks noGrp="1"/>
          </p:cNvSpPr>
          <p:nvPr>
            <p:ph type="ftr" sz="quarter" idx="11"/>
          </p:nvPr>
        </p:nvSpPr>
        <p:spPr>
          <a:xfrm>
            <a:off x="533400" y="9715499"/>
            <a:ext cx="6019800" cy="442894"/>
          </a:xfrm>
        </p:spPr>
        <p:txBody>
          <a:bodyPr/>
          <a:lstStyle/>
          <a:p>
            <a:pPr algn="l"/>
            <a:r>
              <a:rPr lang="en-US" b="1" dirty="0">
                <a:solidFill>
                  <a:srgbClr val="00667A"/>
                </a:solidFill>
                <a:latin typeface="Arial" panose="020B0604020202020204" pitchFamily="34" charset="0"/>
                <a:cs typeface="Arial" panose="020B0604020202020204" pitchFamily="34" charset="0"/>
              </a:rPr>
              <a:t>ICTSAD507 </a:t>
            </a:r>
            <a:r>
              <a:rPr lang="en-US" dirty="0">
                <a:solidFill>
                  <a:srgbClr val="00667A"/>
                </a:solidFill>
                <a:latin typeface="Arial" panose="020B0604020202020204" pitchFamily="34" charset="0"/>
                <a:cs typeface="Arial" panose="020B0604020202020204" pitchFamily="34" charset="0"/>
              </a:rPr>
              <a:t>Design and implement quality assurance processes for business solutions </a:t>
            </a:r>
          </a:p>
        </p:txBody>
      </p:sp>
    </p:spTree>
    <p:extLst>
      <p:ext uri="{BB962C8B-B14F-4D97-AF65-F5344CB8AC3E}">
        <p14:creationId xmlns:p14="http://schemas.microsoft.com/office/powerpoint/2010/main" val="257848372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00667A"/>
        </a:solidFill>
        <a:effectLst/>
      </p:bgPr>
    </p:bg>
    <p:spTree>
      <p:nvGrpSpPr>
        <p:cNvPr id="1" name=""/>
        <p:cNvGrpSpPr/>
        <p:nvPr/>
      </p:nvGrpSpPr>
      <p:grpSpPr>
        <a:xfrm>
          <a:off x="0" y="0"/>
          <a:ext cx="0" cy="0"/>
          <a:chOff x="0" y="0"/>
          <a:chExt cx="0" cy="0"/>
        </a:xfrm>
      </p:grpSpPr>
      <p:sp>
        <p:nvSpPr>
          <p:cNvPr id="2" name="AutoShape 2"/>
          <p:cNvSpPr/>
          <p:nvPr/>
        </p:nvSpPr>
        <p:spPr>
          <a:xfrm>
            <a:off x="0" y="7886700"/>
            <a:ext cx="18288000" cy="1621070"/>
          </a:xfrm>
          <a:prstGeom prst="rect">
            <a:avLst/>
          </a:prstGeom>
          <a:solidFill>
            <a:schemeClr val="bg1"/>
          </a:solidFill>
        </p:spPr>
        <p:txBody>
          <a:bodyPr/>
          <a:lstStyle/>
          <a:p>
            <a:endParaRPr lang="en-US"/>
          </a:p>
        </p:txBody>
      </p:sp>
      <p:sp>
        <p:nvSpPr>
          <p:cNvPr id="3" name="TextBox 3"/>
          <p:cNvSpPr txBox="1"/>
          <p:nvPr/>
        </p:nvSpPr>
        <p:spPr>
          <a:xfrm>
            <a:off x="990600" y="8325338"/>
            <a:ext cx="16745495" cy="697948"/>
          </a:xfrm>
          <a:prstGeom prst="rect">
            <a:avLst/>
          </a:prstGeom>
        </p:spPr>
        <p:txBody>
          <a:bodyPr wrap="square" lIns="0" tIns="0" rIns="0" bIns="0" rtlCol="0" anchor="t">
            <a:spAutoFit/>
          </a:bodyPr>
          <a:lstStyle/>
          <a:p>
            <a:pPr algn="r">
              <a:lnSpc>
                <a:spcPts val="5759"/>
              </a:lnSpc>
            </a:pPr>
            <a:r>
              <a:rPr lang="en-US" sz="4600" spc="192" dirty="0">
                <a:solidFill>
                  <a:srgbClr val="00667A"/>
                </a:solidFill>
                <a:latin typeface="Arial" panose="020B0604020202020204" pitchFamily="34" charset="0"/>
                <a:cs typeface="Arial" panose="020B0604020202020204" pitchFamily="34" charset="0"/>
              </a:rPr>
              <a:t>Topic 2: Developing quality policies and plans</a:t>
            </a:r>
          </a:p>
        </p:txBody>
      </p:sp>
      <p:sp>
        <p:nvSpPr>
          <p:cNvPr id="4" name="TextBox 4"/>
          <p:cNvSpPr txBox="1"/>
          <p:nvPr/>
        </p:nvSpPr>
        <p:spPr>
          <a:xfrm>
            <a:off x="2209800" y="1676834"/>
            <a:ext cx="14935200" cy="1723805"/>
          </a:xfrm>
          <a:prstGeom prst="rect">
            <a:avLst/>
          </a:prstGeom>
        </p:spPr>
        <p:txBody>
          <a:bodyPr wrap="square" lIns="0" tIns="0" rIns="0" bIns="0" rtlCol="0" anchor="t">
            <a:spAutoFit/>
          </a:bodyPr>
          <a:lstStyle/>
          <a:p>
            <a:pPr>
              <a:lnSpc>
                <a:spcPct val="114000"/>
              </a:lnSpc>
              <a:spcBef>
                <a:spcPts val="600"/>
              </a:spcBef>
              <a:spcAft>
                <a:spcPts val="600"/>
              </a:spcAft>
            </a:pPr>
            <a:r>
              <a:rPr lang="en-US" sz="3200" b="1" spc="200" dirty="0">
                <a:solidFill>
                  <a:schemeClr val="bg1"/>
                </a:solidFill>
                <a:latin typeface="Arial" panose="020B0604020202020204" pitchFamily="34" charset="0"/>
                <a:cs typeface="Arial" panose="020B0604020202020204" pitchFamily="34" charset="0"/>
              </a:rPr>
              <a:t>ACTIVITY: GROUP WORK</a:t>
            </a:r>
            <a:endParaRPr lang="en-US" sz="2500" b="1" spc="200" dirty="0">
              <a:solidFill>
                <a:schemeClr val="bg1"/>
              </a:solidFill>
              <a:latin typeface="Arial" panose="020B0604020202020204" pitchFamily="34" charset="0"/>
              <a:cs typeface="Arial" panose="020B0604020202020204" pitchFamily="34" charset="0"/>
            </a:endParaRPr>
          </a:p>
          <a:p>
            <a:pPr>
              <a:lnSpc>
                <a:spcPct val="114000"/>
              </a:lnSpc>
              <a:spcBef>
                <a:spcPts val="600"/>
              </a:spcBef>
              <a:spcAft>
                <a:spcPts val="600"/>
              </a:spcAft>
            </a:pPr>
            <a:r>
              <a:rPr lang="en-US" sz="3000" spc="25" dirty="0">
                <a:solidFill>
                  <a:schemeClr val="bg1"/>
                </a:solidFill>
                <a:latin typeface="Arial" panose="020B0604020202020204" pitchFamily="34" charset="0"/>
                <a:cs typeface="Arial" panose="020B0604020202020204" pitchFamily="34" charset="0"/>
              </a:rPr>
              <a:t>Divide into pairs. Using the Internet, search for two sample project quality management plans or templates.</a:t>
            </a:r>
          </a:p>
        </p:txBody>
      </p:sp>
      <p:grpSp>
        <p:nvGrpSpPr>
          <p:cNvPr id="17" name="Group 16">
            <a:extLst>
              <a:ext uri="{FF2B5EF4-FFF2-40B4-BE49-F238E27FC236}">
                <a16:creationId xmlns:a16="http://schemas.microsoft.com/office/drawing/2014/main" id="{9BC53F16-C04B-4406-BBF9-D518BC5BACFE}"/>
              </a:ext>
            </a:extLst>
          </p:cNvPr>
          <p:cNvGrpSpPr/>
          <p:nvPr/>
        </p:nvGrpSpPr>
        <p:grpSpPr>
          <a:xfrm>
            <a:off x="1028700" y="495300"/>
            <a:ext cx="17259300" cy="218203"/>
            <a:chOff x="1028700" y="723900"/>
            <a:chExt cx="17259300" cy="218203"/>
          </a:xfrm>
          <a:solidFill>
            <a:schemeClr val="bg1"/>
          </a:solidFill>
        </p:grpSpPr>
        <p:sp>
          <p:nvSpPr>
            <p:cNvPr id="6" name="AutoShape 6"/>
            <p:cNvSpPr/>
            <p:nvPr/>
          </p:nvSpPr>
          <p:spPr>
            <a:xfrm>
              <a:off x="1044000" y="826884"/>
              <a:ext cx="17244000" cy="20795"/>
            </a:xfrm>
            <a:prstGeom prst="rect">
              <a:avLst/>
            </a:prstGeom>
            <a:grpFill/>
          </p:spPr>
          <p:txBody>
            <a:bodyPr/>
            <a:lstStyle/>
            <a:p>
              <a:endParaRPr lang="en-US"/>
            </a:p>
          </p:txBody>
        </p:sp>
        <p:sp>
          <p:nvSpPr>
            <p:cNvPr id="7" name="AutoShape 7"/>
            <p:cNvSpPr/>
            <p:nvPr/>
          </p:nvSpPr>
          <p:spPr>
            <a:xfrm>
              <a:off x="1028700" y="723900"/>
              <a:ext cx="219025" cy="209643"/>
            </a:xfrm>
            <a:prstGeom prst="rect">
              <a:avLst/>
            </a:prstGeom>
            <a:grpFill/>
          </p:spPr>
          <p:txBody>
            <a:bodyPr/>
            <a:lstStyle/>
            <a:p>
              <a:endParaRPr lang="en-US"/>
            </a:p>
          </p:txBody>
        </p:sp>
        <p:sp>
          <p:nvSpPr>
            <p:cNvPr id="8" name="AutoShape 8"/>
            <p:cNvSpPr/>
            <p:nvPr/>
          </p:nvSpPr>
          <p:spPr>
            <a:xfrm>
              <a:off x="6856574" y="732460"/>
              <a:ext cx="219025" cy="209643"/>
            </a:xfrm>
            <a:prstGeom prst="rect">
              <a:avLst/>
            </a:prstGeom>
            <a:grpFill/>
          </p:spPr>
          <p:txBody>
            <a:bodyPr/>
            <a:lstStyle/>
            <a:p>
              <a:endParaRPr lang="en-US"/>
            </a:p>
          </p:txBody>
        </p:sp>
        <p:sp>
          <p:nvSpPr>
            <p:cNvPr id="9" name="AutoShape 9"/>
            <p:cNvSpPr/>
            <p:nvPr/>
          </p:nvSpPr>
          <p:spPr>
            <a:xfrm>
              <a:off x="12684448" y="732460"/>
              <a:ext cx="219025" cy="209643"/>
            </a:xfrm>
            <a:prstGeom prst="rect">
              <a:avLst/>
            </a:prstGeom>
            <a:grpFill/>
          </p:spPr>
          <p:txBody>
            <a:bodyPr/>
            <a:lstStyle/>
            <a:p>
              <a:endParaRPr lang="en-US"/>
            </a:p>
          </p:txBody>
        </p:sp>
      </p:grpSp>
      <p:pic>
        <p:nvPicPr>
          <p:cNvPr id="12" name="Graphic 11" descr="Head with gears">
            <a:extLst>
              <a:ext uri="{FF2B5EF4-FFF2-40B4-BE49-F238E27FC236}">
                <a16:creationId xmlns:a16="http://schemas.microsoft.com/office/drawing/2014/main" id="{24660D36-8AF2-4286-AAA9-78D28F426CF7}"/>
              </a:ext>
            </a:extLst>
          </p:cNvPr>
          <p:cNvPicPr>
            <a:picLocks noChangeAspect="1"/>
          </p:cNvPicPr>
          <p:nvPr/>
        </p:nvPicPr>
        <p:blipFill>
          <a:blip r:embed="rId3">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flipH="1">
            <a:off x="643741" y="1676834"/>
            <a:ext cx="1207968" cy="1207968"/>
          </a:xfrm>
          <a:prstGeom prst="rect">
            <a:avLst/>
          </a:prstGeom>
        </p:spPr>
      </p:pic>
      <p:sp>
        <p:nvSpPr>
          <p:cNvPr id="18" name="Footer Placeholder 9">
            <a:extLst>
              <a:ext uri="{FF2B5EF4-FFF2-40B4-BE49-F238E27FC236}">
                <a16:creationId xmlns:a16="http://schemas.microsoft.com/office/drawing/2014/main" id="{28DCC937-298F-458D-B2D1-4B0524F6D728}"/>
              </a:ext>
            </a:extLst>
          </p:cNvPr>
          <p:cNvSpPr txBox="1">
            <a:spLocks/>
          </p:cNvSpPr>
          <p:nvPr/>
        </p:nvSpPr>
        <p:spPr>
          <a:xfrm>
            <a:off x="15163800" y="9715499"/>
            <a:ext cx="2895600"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endParaRPr lang="en-US" dirty="0">
              <a:solidFill>
                <a:schemeClr val="bg1"/>
              </a:solidFill>
              <a:latin typeface="Arial" panose="020B0604020202020204" pitchFamily="34" charset="0"/>
              <a:cs typeface="Arial" panose="020B0604020202020204" pitchFamily="34" charset="0"/>
            </a:endParaRPr>
          </a:p>
        </p:txBody>
      </p:sp>
      <p:sp>
        <p:nvSpPr>
          <p:cNvPr id="14" name="Slide Number Placeholder 10">
            <a:extLst>
              <a:ext uri="{FF2B5EF4-FFF2-40B4-BE49-F238E27FC236}">
                <a16:creationId xmlns:a16="http://schemas.microsoft.com/office/drawing/2014/main" id="{2CC8EE72-4EB2-A843-A602-EEAF09A8A808}"/>
              </a:ext>
            </a:extLst>
          </p:cNvPr>
          <p:cNvSpPr txBox="1">
            <a:spLocks/>
          </p:cNvSpPr>
          <p:nvPr/>
        </p:nvSpPr>
        <p:spPr>
          <a:xfrm>
            <a:off x="17526000" y="164563"/>
            <a:ext cx="478452" cy="347857"/>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6F15528-21DE-4FAA-801E-634DDDAF4B2B}" type="slidenum">
              <a:rPr lang="en-US" smtClean="0">
                <a:solidFill>
                  <a:schemeClr val="bg1"/>
                </a:solidFill>
                <a:latin typeface="Arial" panose="020B0604020202020204" pitchFamily="34" charset="0"/>
                <a:cs typeface="Arial" panose="020B0604020202020204" pitchFamily="34" charset="0"/>
              </a:rPr>
              <a:pPr/>
              <a:t>25</a:t>
            </a:fld>
            <a:endParaRPr lang="en-US" dirty="0">
              <a:solidFill>
                <a:schemeClr val="bg1"/>
              </a:solidFill>
              <a:latin typeface="Arial" panose="020B0604020202020204" pitchFamily="34" charset="0"/>
              <a:cs typeface="Arial" panose="020B0604020202020204" pitchFamily="34" charset="0"/>
            </a:endParaRPr>
          </a:p>
        </p:txBody>
      </p:sp>
      <p:sp>
        <p:nvSpPr>
          <p:cNvPr id="16" name="Footer Placeholder 9">
            <a:extLst>
              <a:ext uri="{FF2B5EF4-FFF2-40B4-BE49-F238E27FC236}">
                <a16:creationId xmlns:a16="http://schemas.microsoft.com/office/drawing/2014/main" id="{AB9BE680-5A93-6744-9278-BEC84DF3AC8D}"/>
              </a:ext>
            </a:extLst>
          </p:cNvPr>
          <p:cNvSpPr>
            <a:spLocks noGrp="1"/>
          </p:cNvSpPr>
          <p:nvPr>
            <p:ph type="ftr" sz="quarter" idx="11"/>
          </p:nvPr>
        </p:nvSpPr>
        <p:spPr>
          <a:xfrm>
            <a:off x="533400" y="9715499"/>
            <a:ext cx="6019800" cy="442894"/>
          </a:xfrm>
        </p:spPr>
        <p:txBody>
          <a:bodyPr/>
          <a:lstStyle/>
          <a:p>
            <a:pPr algn="l"/>
            <a:r>
              <a:rPr lang="en-US" b="1" dirty="0">
                <a:solidFill>
                  <a:schemeClr val="bg1"/>
                </a:solidFill>
                <a:latin typeface="Arial" panose="020B0604020202020204" pitchFamily="34" charset="0"/>
                <a:cs typeface="Arial" panose="020B0604020202020204" pitchFamily="34" charset="0"/>
              </a:rPr>
              <a:t>ICTSAD507 </a:t>
            </a:r>
            <a:r>
              <a:rPr lang="en-US" dirty="0">
                <a:solidFill>
                  <a:schemeClr val="bg1"/>
                </a:solidFill>
                <a:latin typeface="Arial" panose="020B0604020202020204" pitchFamily="34" charset="0"/>
                <a:cs typeface="Arial" panose="020B0604020202020204" pitchFamily="34" charset="0"/>
              </a:rPr>
              <a:t>Design and implement quality assurance processes for business solutions </a:t>
            </a:r>
          </a:p>
        </p:txBody>
      </p:sp>
    </p:spTree>
    <p:extLst>
      <p:ext uri="{BB962C8B-B14F-4D97-AF65-F5344CB8AC3E}">
        <p14:creationId xmlns:p14="http://schemas.microsoft.com/office/powerpoint/2010/main" val="10267811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3"/>
          <p:cNvSpPr txBox="1"/>
          <p:nvPr/>
        </p:nvSpPr>
        <p:spPr>
          <a:xfrm>
            <a:off x="5603551" y="8746411"/>
            <a:ext cx="11716295" cy="717197"/>
          </a:xfrm>
          <a:prstGeom prst="rect">
            <a:avLst/>
          </a:prstGeom>
        </p:spPr>
        <p:txBody>
          <a:bodyPr lIns="0" tIns="0" rIns="0" bIns="0" rtlCol="0" anchor="t">
            <a:spAutoFit/>
          </a:bodyPr>
          <a:lstStyle/>
          <a:p>
            <a:pPr algn="r">
              <a:lnSpc>
                <a:spcPts val="5759"/>
              </a:lnSpc>
            </a:pPr>
            <a:r>
              <a:rPr lang="en-US" sz="4800" spc="192" dirty="0">
                <a:solidFill>
                  <a:srgbClr val="F4F8F3"/>
                </a:solidFill>
                <a:latin typeface="Montserrat Light"/>
              </a:rPr>
              <a:t>Topic 1: Insert topic title </a:t>
            </a:r>
          </a:p>
        </p:txBody>
      </p:sp>
      <p:grpSp>
        <p:nvGrpSpPr>
          <p:cNvPr id="5" name="Group 5"/>
          <p:cNvGrpSpPr/>
          <p:nvPr/>
        </p:nvGrpSpPr>
        <p:grpSpPr>
          <a:xfrm>
            <a:off x="1028700" y="446788"/>
            <a:ext cx="17244000" cy="220040"/>
            <a:chOff x="0" y="0"/>
            <a:chExt cx="23454501" cy="293386"/>
          </a:xfrm>
          <a:solidFill>
            <a:srgbClr val="00667A"/>
          </a:solidFill>
        </p:grpSpPr>
        <p:sp>
          <p:nvSpPr>
            <p:cNvPr id="6" name="AutoShape 6"/>
            <p:cNvSpPr/>
            <p:nvPr/>
          </p:nvSpPr>
          <p:spPr>
            <a:xfrm>
              <a:off x="0" y="125899"/>
              <a:ext cx="23454501" cy="27726"/>
            </a:xfrm>
            <a:prstGeom prst="rect">
              <a:avLst/>
            </a:prstGeom>
            <a:grpFill/>
          </p:spPr>
          <p:txBody>
            <a:bodyPr/>
            <a:lstStyle/>
            <a:p>
              <a:endParaRPr lang="en-US"/>
            </a:p>
          </p:txBody>
        </p:sp>
        <p:sp>
          <p:nvSpPr>
            <p:cNvPr id="7" name="AutoShape 7"/>
            <p:cNvSpPr/>
            <p:nvPr/>
          </p:nvSpPr>
          <p:spPr>
            <a:xfrm>
              <a:off x="0" y="13863"/>
              <a:ext cx="292033" cy="279524"/>
            </a:xfrm>
            <a:prstGeom prst="rect">
              <a:avLst/>
            </a:prstGeom>
            <a:grpFill/>
          </p:spPr>
          <p:txBody>
            <a:bodyPr/>
            <a:lstStyle/>
            <a:p>
              <a:endParaRPr lang="en-US"/>
            </a:p>
          </p:txBody>
        </p:sp>
        <p:sp>
          <p:nvSpPr>
            <p:cNvPr id="8" name="AutoShape 8"/>
            <p:cNvSpPr/>
            <p:nvPr/>
          </p:nvSpPr>
          <p:spPr>
            <a:xfrm>
              <a:off x="7770499" y="0"/>
              <a:ext cx="292033" cy="279524"/>
            </a:xfrm>
            <a:prstGeom prst="rect">
              <a:avLst/>
            </a:prstGeom>
            <a:grpFill/>
          </p:spPr>
          <p:txBody>
            <a:bodyPr/>
            <a:lstStyle/>
            <a:p>
              <a:endParaRPr lang="en-US"/>
            </a:p>
          </p:txBody>
        </p:sp>
        <p:sp>
          <p:nvSpPr>
            <p:cNvPr id="9" name="AutoShape 9"/>
            <p:cNvSpPr/>
            <p:nvPr/>
          </p:nvSpPr>
          <p:spPr>
            <a:xfrm>
              <a:off x="15540998" y="0"/>
              <a:ext cx="292033" cy="279524"/>
            </a:xfrm>
            <a:prstGeom prst="rect">
              <a:avLst/>
            </a:prstGeom>
            <a:grpFill/>
          </p:spPr>
          <p:txBody>
            <a:bodyPr/>
            <a:lstStyle/>
            <a:p>
              <a:endParaRPr lang="en-US"/>
            </a:p>
          </p:txBody>
        </p:sp>
      </p:grpSp>
      <p:sp>
        <p:nvSpPr>
          <p:cNvPr id="12" name="AutoShape 2">
            <a:extLst>
              <a:ext uri="{FF2B5EF4-FFF2-40B4-BE49-F238E27FC236}">
                <a16:creationId xmlns:a16="http://schemas.microsoft.com/office/drawing/2014/main" id="{54B605DE-63C5-4B19-89D4-FD69EFF21B44}"/>
              </a:ext>
            </a:extLst>
          </p:cNvPr>
          <p:cNvSpPr/>
          <p:nvPr/>
        </p:nvSpPr>
        <p:spPr>
          <a:xfrm>
            <a:off x="0" y="7886700"/>
            <a:ext cx="18288000" cy="1621070"/>
          </a:xfrm>
          <a:prstGeom prst="rect">
            <a:avLst/>
          </a:prstGeom>
          <a:solidFill>
            <a:srgbClr val="00667A"/>
          </a:solidFill>
        </p:spPr>
        <p:txBody>
          <a:bodyPr/>
          <a:lstStyle/>
          <a:p>
            <a:endParaRPr lang="en-AU"/>
          </a:p>
        </p:txBody>
      </p:sp>
      <p:sp>
        <p:nvSpPr>
          <p:cNvPr id="13" name="TextBox 3">
            <a:extLst>
              <a:ext uri="{FF2B5EF4-FFF2-40B4-BE49-F238E27FC236}">
                <a16:creationId xmlns:a16="http://schemas.microsoft.com/office/drawing/2014/main" id="{A31A0CE9-BF08-435F-8682-EFAE4D36D398}"/>
              </a:ext>
            </a:extLst>
          </p:cNvPr>
          <p:cNvSpPr txBox="1"/>
          <p:nvPr/>
        </p:nvSpPr>
        <p:spPr>
          <a:xfrm>
            <a:off x="990600" y="8325338"/>
            <a:ext cx="16745495" cy="697948"/>
          </a:xfrm>
          <a:prstGeom prst="rect">
            <a:avLst/>
          </a:prstGeom>
        </p:spPr>
        <p:txBody>
          <a:bodyPr wrap="square" lIns="0" tIns="0" rIns="0" bIns="0" rtlCol="0" anchor="t">
            <a:spAutoFit/>
          </a:bodyPr>
          <a:lstStyle/>
          <a:p>
            <a:pPr algn="r">
              <a:lnSpc>
                <a:spcPts val="5759"/>
              </a:lnSpc>
            </a:pPr>
            <a:r>
              <a:rPr lang="en-US" sz="4600" spc="192" dirty="0">
                <a:solidFill>
                  <a:schemeClr val="bg1"/>
                </a:solidFill>
                <a:latin typeface="Arial" panose="020B0604020202020204" pitchFamily="34" charset="0"/>
                <a:cs typeface="Arial" panose="020B0604020202020204" pitchFamily="34" charset="0"/>
              </a:rPr>
              <a:t>Topic 2: Developing quality policies and plans</a:t>
            </a:r>
          </a:p>
        </p:txBody>
      </p:sp>
      <p:sp>
        <p:nvSpPr>
          <p:cNvPr id="17" name="TextBox 4">
            <a:extLst>
              <a:ext uri="{FF2B5EF4-FFF2-40B4-BE49-F238E27FC236}">
                <a16:creationId xmlns:a16="http://schemas.microsoft.com/office/drawing/2014/main" id="{EAC90A64-36BA-4EF5-BA95-DA478EAEA9E6}"/>
              </a:ext>
            </a:extLst>
          </p:cNvPr>
          <p:cNvSpPr txBox="1"/>
          <p:nvPr/>
        </p:nvSpPr>
        <p:spPr>
          <a:xfrm>
            <a:off x="1028700" y="1676834"/>
            <a:ext cx="12687300" cy="1723805"/>
          </a:xfrm>
          <a:prstGeom prst="rect">
            <a:avLst/>
          </a:prstGeom>
        </p:spPr>
        <p:txBody>
          <a:bodyPr wrap="square" lIns="0" tIns="0" rIns="0" bIns="0" rtlCol="0" anchor="t">
            <a:spAutoFit/>
          </a:bodyPr>
          <a:lstStyle/>
          <a:p>
            <a:pPr>
              <a:lnSpc>
                <a:spcPct val="114000"/>
              </a:lnSpc>
              <a:spcBef>
                <a:spcPts val="600"/>
              </a:spcBef>
              <a:spcAft>
                <a:spcPts val="600"/>
              </a:spcAft>
            </a:pPr>
            <a:r>
              <a:rPr lang="en-US" sz="3200" b="1" spc="25" dirty="0">
                <a:solidFill>
                  <a:srgbClr val="00667A"/>
                </a:solidFill>
                <a:latin typeface="Arial" panose="020B0604020202020204" pitchFamily="34" charset="0"/>
                <a:cs typeface="Arial" panose="020B0604020202020204" pitchFamily="34" charset="0"/>
              </a:rPr>
              <a:t>OBJECTIVES, KPIS AND METRICS</a:t>
            </a:r>
          </a:p>
          <a:p>
            <a:pPr>
              <a:lnSpc>
                <a:spcPct val="114000"/>
              </a:lnSpc>
              <a:spcBef>
                <a:spcPts val="600"/>
              </a:spcBef>
              <a:spcAft>
                <a:spcPts val="600"/>
              </a:spcAft>
            </a:pPr>
            <a:r>
              <a:rPr lang="en-US" sz="3000" spc="25" dirty="0">
                <a:solidFill>
                  <a:srgbClr val="00667A"/>
                </a:solidFill>
                <a:latin typeface="Arial" panose="020B0604020202020204" pitchFamily="34" charset="0"/>
                <a:cs typeface="Arial" panose="020B0604020202020204" pitchFamily="34" charset="0"/>
              </a:rPr>
              <a:t>An important part of a quality management plan includes setting standards or benchmarks and defining how this will be achieved.</a:t>
            </a:r>
          </a:p>
        </p:txBody>
      </p:sp>
      <p:sp>
        <p:nvSpPr>
          <p:cNvPr id="14" name="Slide Number Placeholder 10">
            <a:extLst>
              <a:ext uri="{FF2B5EF4-FFF2-40B4-BE49-F238E27FC236}">
                <a16:creationId xmlns:a16="http://schemas.microsoft.com/office/drawing/2014/main" id="{5BC0C534-ADAF-D84D-81C8-2A1D2405EFB8}"/>
              </a:ext>
            </a:extLst>
          </p:cNvPr>
          <p:cNvSpPr txBox="1">
            <a:spLocks/>
          </p:cNvSpPr>
          <p:nvPr/>
        </p:nvSpPr>
        <p:spPr>
          <a:xfrm>
            <a:off x="17526000" y="164563"/>
            <a:ext cx="478452" cy="347857"/>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6F15528-21DE-4FAA-801E-634DDDAF4B2B}" type="slidenum">
              <a:rPr lang="en-US" b="1" smtClean="0">
                <a:solidFill>
                  <a:srgbClr val="31859C"/>
                </a:solidFill>
                <a:latin typeface="Arial" panose="020B0604020202020204" pitchFamily="34" charset="0"/>
                <a:cs typeface="Arial" panose="020B0604020202020204" pitchFamily="34" charset="0"/>
              </a:rPr>
              <a:pPr/>
              <a:t>26</a:t>
            </a:fld>
            <a:endParaRPr lang="en-US" b="1" dirty="0">
              <a:solidFill>
                <a:srgbClr val="31859C"/>
              </a:solidFill>
              <a:latin typeface="Arial" panose="020B0604020202020204" pitchFamily="34" charset="0"/>
              <a:cs typeface="Arial" panose="020B0604020202020204" pitchFamily="34" charset="0"/>
            </a:endParaRPr>
          </a:p>
        </p:txBody>
      </p:sp>
      <p:sp>
        <p:nvSpPr>
          <p:cNvPr id="16" name="Footer Placeholder 9">
            <a:extLst>
              <a:ext uri="{FF2B5EF4-FFF2-40B4-BE49-F238E27FC236}">
                <a16:creationId xmlns:a16="http://schemas.microsoft.com/office/drawing/2014/main" id="{91238751-4B41-A64D-9256-38165806A582}"/>
              </a:ext>
            </a:extLst>
          </p:cNvPr>
          <p:cNvSpPr txBox="1">
            <a:spLocks/>
          </p:cNvSpPr>
          <p:nvPr/>
        </p:nvSpPr>
        <p:spPr>
          <a:xfrm>
            <a:off x="15163800" y="9715499"/>
            <a:ext cx="2895600"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endParaRPr lang="en-US" dirty="0">
              <a:solidFill>
                <a:srgbClr val="00667A"/>
              </a:solidFill>
              <a:latin typeface="Arial" panose="020B0604020202020204" pitchFamily="34" charset="0"/>
              <a:cs typeface="Arial" panose="020B0604020202020204" pitchFamily="34" charset="0"/>
            </a:endParaRPr>
          </a:p>
        </p:txBody>
      </p:sp>
      <p:sp>
        <p:nvSpPr>
          <p:cNvPr id="15" name="Footer Placeholder 9">
            <a:extLst>
              <a:ext uri="{FF2B5EF4-FFF2-40B4-BE49-F238E27FC236}">
                <a16:creationId xmlns:a16="http://schemas.microsoft.com/office/drawing/2014/main" id="{976232BB-FC90-084A-A77F-98BBE7BA4C6D}"/>
              </a:ext>
            </a:extLst>
          </p:cNvPr>
          <p:cNvSpPr>
            <a:spLocks noGrp="1"/>
          </p:cNvSpPr>
          <p:nvPr>
            <p:ph type="ftr" sz="quarter" idx="11"/>
          </p:nvPr>
        </p:nvSpPr>
        <p:spPr>
          <a:xfrm>
            <a:off x="533400" y="9715499"/>
            <a:ext cx="6019800" cy="442894"/>
          </a:xfrm>
        </p:spPr>
        <p:txBody>
          <a:bodyPr/>
          <a:lstStyle/>
          <a:p>
            <a:pPr algn="l"/>
            <a:r>
              <a:rPr lang="en-US" b="1" dirty="0">
                <a:solidFill>
                  <a:srgbClr val="00667A"/>
                </a:solidFill>
                <a:latin typeface="Arial" panose="020B0604020202020204" pitchFamily="34" charset="0"/>
                <a:cs typeface="Arial" panose="020B0604020202020204" pitchFamily="34" charset="0"/>
              </a:rPr>
              <a:t>ICTSAD507 </a:t>
            </a:r>
            <a:r>
              <a:rPr lang="en-US" dirty="0">
                <a:solidFill>
                  <a:srgbClr val="00667A"/>
                </a:solidFill>
                <a:latin typeface="Arial" panose="020B0604020202020204" pitchFamily="34" charset="0"/>
                <a:cs typeface="Arial" panose="020B0604020202020204" pitchFamily="34" charset="0"/>
              </a:rPr>
              <a:t>Design and implement quality assurance processes for business solutions </a:t>
            </a:r>
          </a:p>
        </p:txBody>
      </p:sp>
    </p:spTree>
    <p:extLst>
      <p:ext uri="{BB962C8B-B14F-4D97-AF65-F5344CB8AC3E}">
        <p14:creationId xmlns:p14="http://schemas.microsoft.com/office/powerpoint/2010/main" val="260672577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3"/>
          <p:cNvSpPr txBox="1"/>
          <p:nvPr/>
        </p:nvSpPr>
        <p:spPr>
          <a:xfrm>
            <a:off x="5603551" y="8746411"/>
            <a:ext cx="11716295" cy="717197"/>
          </a:xfrm>
          <a:prstGeom prst="rect">
            <a:avLst/>
          </a:prstGeom>
        </p:spPr>
        <p:txBody>
          <a:bodyPr lIns="0" tIns="0" rIns="0" bIns="0" rtlCol="0" anchor="t">
            <a:spAutoFit/>
          </a:bodyPr>
          <a:lstStyle/>
          <a:p>
            <a:pPr algn="r">
              <a:lnSpc>
                <a:spcPts val="5759"/>
              </a:lnSpc>
            </a:pPr>
            <a:r>
              <a:rPr lang="en-US" sz="4800" spc="192" dirty="0">
                <a:solidFill>
                  <a:srgbClr val="F4F8F3"/>
                </a:solidFill>
                <a:latin typeface="Montserrat Light"/>
              </a:rPr>
              <a:t>Topic 1: Insert topic title </a:t>
            </a:r>
          </a:p>
        </p:txBody>
      </p:sp>
      <p:grpSp>
        <p:nvGrpSpPr>
          <p:cNvPr id="5" name="Group 5"/>
          <p:cNvGrpSpPr/>
          <p:nvPr/>
        </p:nvGrpSpPr>
        <p:grpSpPr>
          <a:xfrm>
            <a:off x="1028700" y="446788"/>
            <a:ext cx="17244000" cy="220040"/>
            <a:chOff x="0" y="0"/>
            <a:chExt cx="23454501" cy="293386"/>
          </a:xfrm>
          <a:solidFill>
            <a:srgbClr val="00667A"/>
          </a:solidFill>
        </p:grpSpPr>
        <p:sp>
          <p:nvSpPr>
            <p:cNvPr id="6" name="AutoShape 6"/>
            <p:cNvSpPr/>
            <p:nvPr/>
          </p:nvSpPr>
          <p:spPr>
            <a:xfrm>
              <a:off x="0" y="125899"/>
              <a:ext cx="23454501" cy="27726"/>
            </a:xfrm>
            <a:prstGeom prst="rect">
              <a:avLst/>
            </a:prstGeom>
            <a:grpFill/>
          </p:spPr>
          <p:txBody>
            <a:bodyPr/>
            <a:lstStyle/>
            <a:p>
              <a:endParaRPr lang="en-US"/>
            </a:p>
          </p:txBody>
        </p:sp>
        <p:sp>
          <p:nvSpPr>
            <p:cNvPr id="7" name="AutoShape 7"/>
            <p:cNvSpPr/>
            <p:nvPr/>
          </p:nvSpPr>
          <p:spPr>
            <a:xfrm>
              <a:off x="0" y="13863"/>
              <a:ext cx="292033" cy="279524"/>
            </a:xfrm>
            <a:prstGeom prst="rect">
              <a:avLst/>
            </a:prstGeom>
            <a:grpFill/>
          </p:spPr>
          <p:txBody>
            <a:bodyPr/>
            <a:lstStyle/>
            <a:p>
              <a:endParaRPr lang="en-US"/>
            </a:p>
          </p:txBody>
        </p:sp>
        <p:sp>
          <p:nvSpPr>
            <p:cNvPr id="8" name="AutoShape 8"/>
            <p:cNvSpPr/>
            <p:nvPr/>
          </p:nvSpPr>
          <p:spPr>
            <a:xfrm>
              <a:off x="7770499" y="0"/>
              <a:ext cx="292033" cy="279524"/>
            </a:xfrm>
            <a:prstGeom prst="rect">
              <a:avLst/>
            </a:prstGeom>
            <a:grpFill/>
          </p:spPr>
          <p:txBody>
            <a:bodyPr/>
            <a:lstStyle/>
            <a:p>
              <a:endParaRPr lang="en-US"/>
            </a:p>
          </p:txBody>
        </p:sp>
        <p:sp>
          <p:nvSpPr>
            <p:cNvPr id="9" name="AutoShape 9"/>
            <p:cNvSpPr/>
            <p:nvPr/>
          </p:nvSpPr>
          <p:spPr>
            <a:xfrm>
              <a:off x="15540998" y="0"/>
              <a:ext cx="292033" cy="279524"/>
            </a:xfrm>
            <a:prstGeom prst="rect">
              <a:avLst/>
            </a:prstGeom>
            <a:grpFill/>
          </p:spPr>
          <p:txBody>
            <a:bodyPr/>
            <a:lstStyle/>
            <a:p>
              <a:endParaRPr lang="en-US"/>
            </a:p>
          </p:txBody>
        </p:sp>
      </p:grpSp>
      <p:sp>
        <p:nvSpPr>
          <p:cNvPr id="12" name="AutoShape 2">
            <a:extLst>
              <a:ext uri="{FF2B5EF4-FFF2-40B4-BE49-F238E27FC236}">
                <a16:creationId xmlns:a16="http://schemas.microsoft.com/office/drawing/2014/main" id="{54B605DE-63C5-4B19-89D4-FD69EFF21B44}"/>
              </a:ext>
            </a:extLst>
          </p:cNvPr>
          <p:cNvSpPr/>
          <p:nvPr/>
        </p:nvSpPr>
        <p:spPr>
          <a:xfrm>
            <a:off x="0" y="7886700"/>
            <a:ext cx="18288000" cy="1621070"/>
          </a:xfrm>
          <a:prstGeom prst="rect">
            <a:avLst/>
          </a:prstGeom>
          <a:solidFill>
            <a:srgbClr val="00667A"/>
          </a:solidFill>
        </p:spPr>
        <p:txBody>
          <a:bodyPr/>
          <a:lstStyle/>
          <a:p>
            <a:endParaRPr lang="en-AU"/>
          </a:p>
        </p:txBody>
      </p:sp>
      <p:sp>
        <p:nvSpPr>
          <p:cNvPr id="13" name="TextBox 3">
            <a:extLst>
              <a:ext uri="{FF2B5EF4-FFF2-40B4-BE49-F238E27FC236}">
                <a16:creationId xmlns:a16="http://schemas.microsoft.com/office/drawing/2014/main" id="{A31A0CE9-BF08-435F-8682-EFAE4D36D398}"/>
              </a:ext>
            </a:extLst>
          </p:cNvPr>
          <p:cNvSpPr txBox="1"/>
          <p:nvPr/>
        </p:nvSpPr>
        <p:spPr>
          <a:xfrm>
            <a:off x="990600" y="8325338"/>
            <a:ext cx="16745495" cy="697948"/>
          </a:xfrm>
          <a:prstGeom prst="rect">
            <a:avLst/>
          </a:prstGeom>
        </p:spPr>
        <p:txBody>
          <a:bodyPr wrap="square" lIns="0" tIns="0" rIns="0" bIns="0" rtlCol="0" anchor="t">
            <a:spAutoFit/>
          </a:bodyPr>
          <a:lstStyle/>
          <a:p>
            <a:pPr algn="r">
              <a:lnSpc>
                <a:spcPts val="5759"/>
              </a:lnSpc>
            </a:pPr>
            <a:r>
              <a:rPr lang="en-US" sz="4600" spc="192" dirty="0">
                <a:solidFill>
                  <a:schemeClr val="bg1"/>
                </a:solidFill>
                <a:latin typeface="Arial" panose="020B0604020202020204" pitchFamily="34" charset="0"/>
                <a:cs typeface="Arial" panose="020B0604020202020204" pitchFamily="34" charset="0"/>
              </a:rPr>
              <a:t>Topic 2: Developing quality policies and plans</a:t>
            </a:r>
          </a:p>
        </p:txBody>
      </p:sp>
      <p:sp>
        <p:nvSpPr>
          <p:cNvPr id="17" name="TextBox 4">
            <a:extLst>
              <a:ext uri="{FF2B5EF4-FFF2-40B4-BE49-F238E27FC236}">
                <a16:creationId xmlns:a16="http://schemas.microsoft.com/office/drawing/2014/main" id="{EAC90A64-36BA-4EF5-BA95-DA478EAEA9E6}"/>
              </a:ext>
            </a:extLst>
          </p:cNvPr>
          <p:cNvSpPr txBox="1"/>
          <p:nvPr/>
        </p:nvSpPr>
        <p:spPr>
          <a:xfrm>
            <a:off x="1028700" y="1676834"/>
            <a:ext cx="12687300" cy="2250103"/>
          </a:xfrm>
          <a:prstGeom prst="rect">
            <a:avLst/>
          </a:prstGeom>
        </p:spPr>
        <p:txBody>
          <a:bodyPr wrap="square" lIns="0" tIns="0" rIns="0" bIns="0" rtlCol="0" anchor="t">
            <a:spAutoFit/>
          </a:bodyPr>
          <a:lstStyle/>
          <a:p>
            <a:pPr>
              <a:lnSpc>
                <a:spcPct val="114000"/>
              </a:lnSpc>
              <a:spcBef>
                <a:spcPts val="600"/>
              </a:spcBef>
              <a:spcAft>
                <a:spcPts val="600"/>
              </a:spcAft>
            </a:pPr>
            <a:r>
              <a:rPr lang="en-US" sz="3200" b="1" spc="25" dirty="0">
                <a:solidFill>
                  <a:srgbClr val="00667A"/>
                </a:solidFill>
                <a:latin typeface="Arial" panose="020B0604020202020204" pitchFamily="34" charset="0"/>
                <a:cs typeface="Arial" panose="020B0604020202020204" pitchFamily="34" charset="0"/>
              </a:rPr>
              <a:t>COMMUNICATING THE QUALITY MANAGEMENT PLAN</a:t>
            </a:r>
          </a:p>
          <a:p>
            <a:pPr>
              <a:lnSpc>
                <a:spcPct val="114000"/>
              </a:lnSpc>
              <a:spcBef>
                <a:spcPts val="600"/>
              </a:spcBef>
              <a:spcAft>
                <a:spcPts val="600"/>
              </a:spcAft>
            </a:pPr>
            <a:r>
              <a:rPr lang="en-US" sz="3000" spc="25" dirty="0">
                <a:solidFill>
                  <a:srgbClr val="00667A"/>
                </a:solidFill>
                <a:latin typeface="Arial" panose="020B0604020202020204" pitchFamily="34" charset="0"/>
                <a:cs typeface="Arial" panose="020B0604020202020204" pitchFamily="34" charset="0"/>
              </a:rPr>
              <a:t>The effective communication of the quality management plan to the relevant personnel will help with consultation and feedback which can be used to determine if any modifications are needed. </a:t>
            </a:r>
          </a:p>
        </p:txBody>
      </p:sp>
      <p:sp>
        <p:nvSpPr>
          <p:cNvPr id="14" name="Slide Number Placeholder 10">
            <a:extLst>
              <a:ext uri="{FF2B5EF4-FFF2-40B4-BE49-F238E27FC236}">
                <a16:creationId xmlns:a16="http://schemas.microsoft.com/office/drawing/2014/main" id="{5BC0C534-ADAF-D84D-81C8-2A1D2405EFB8}"/>
              </a:ext>
            </a:extLst>
          </p:cNvPr>
          <p:cNvSpPr txBox="1">
            <a:spLocks/>
          </p:cNvSpPr>
          <p:nvPr/>
        </p:nvSpPr>
        <p:spPr>
          <a:xfrm>
            <a:off x="17526000" y="164563"/>
            <a:ext cx="478452" cy="347857"/>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6F15528-21DE-4FAA-801E-634DDDAF4B2B}" type="slidenum">
              <a:rPr lang="en-US" b="1" smtClean="0">
                <a:solidFill>
                  <a:srgbClr val="31859C"/>
                </a:solidFill>
                <a:latin typeface="Arial" panose="020B0604020202020204" pitchFamily="34" charset="0"/>
                <a:cs typeface="Arial" panose="020B0604020202020204" pitchFamily="34" charset="0"/>
              </a:rPr>
              <a:pPr/>
              <a:t>27</a:t>
            </a:fld>
            <a:endParaRPr lang="en-US" b="1" dirty="0">
              <a:solidFill>
                <a:srgbClr val="31859C"/>
              </a:solidFill>
              <a:latin typeface="Arial" panose="020B0604020202020204" pitchFamily="34" charset="0"/>
              <a:cs typeface="Arial" panose="020B0604020202020204" pitchFamily="34" charset="0"/>
            </a:endParaRPr>
          </a:p>
        </p:txBody>
      </p:sp>
      <p:sp>
        <p:nvSpPr>
          <p:cNvPr id="16" name="Footer Placeholder 9">
            <a:extLst>
              <a:ext uri="{FF2B5EF4-FFF2-40B4-BE49-F238E27FC236}">
                <a16:creationId xmlns:a16="http://schemas.microsoft.com/office/drawing/2014/main" id="{91238751-4B41-A64D-9256-38165806A582}"/>
              </a:ext>
            </a:extLst>
          </p:cNvPr>
          <p:cNvSpPr txBox="1">
            <a:spLocks/>
          </p:cNvSpPr>
          <p:nvPr/>
        </p:nvSpPr>
        <p:spPr>
          <a:xfrm>
            <a:off x="15163800" y="9715499"/>
            <a:ext cx="2895600"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endParaRPr lang="en-US" dirty="0">
              <a:solidFill>
                <a:srgbClr val="00667A"/>
              </a:solidFill>
              <a:latin typeface="Arial" panose="020B0604020202020204" pitchFamily="34" charset="0"/>
              <a:cs typeface="Arial" panose="020B0604020202020204" pitchFamily="34" charset="0"/>
            </a:endParaRPr>
          </a:p>
        </p:txBody>
      </p:sp>
      <p:sp>
        <p:nvSpPr>
          <p:cNvPr id="15" name="Footer Placeholder 9">
            <a:extLst>
              <a:ext uri="{FF2B5EF4-FFF2-40B4-BE49-F238E27FC236}">
                <a16:creationId xmlns:a16="http://schemas.microsoft.com/office/drawing/2014/main" id="{976232BB-FC90-084A-A77F-98BBE7BA4C6D}"/>
              </a:ext>
            </a:extLst>
          </p:cNvPr>
          <p:cNvSpPr>
            <a:spLocks noGrp="1"/>
          </p:cNvSpPr>
          <p:nvPr>
            <p:ph type="ftr" sz="quarter" idx="11"/>
          </p:nvPr>
        </p:nvSpPr>
        <p:spPr>
          <a:xfrm>
            <a:off x="533400" y="9715499"/>
            <a:ext cx="6019800" cy="442894"/>
          </a:xfrm>
        </p:spPr>
        <p:txBody>
          <a:bodyPr/>
          <a:lstStyle/>
          <a:p>
            <a:pPr algn="l"/>
            <a:r>
              <a:rPr lang="en-US" b="1" dirty="0">
                <a:solidFill>
                  <a:srgbClr val="00667A"/>
                </a:solidFill>
                <a:latin typeface="Arial" panose="020B0604020202020204" pitchFamily="34" charset="0"/>
                <a:cs typeface="Arial" panose="020B0604020202020204" pitchFamily="34" charset="0"/>
              </a:rPr>
              <a:t>ICTSAD507 </a:t>
            </a:r>
            <a:r>
              <a:rPr lang="en-US" dirty="0">
                <a:solidFill>
                  <a:srgbClr val="00667A"/>
                </a:solidFill>
                <a:latin typeface="Arial" panose="020B0604020202020204" pitchFamily="34" charset="0"/>
                <a:cs typeface="Arial" panose="020B0604020202020204" pitchFamily="34" charset="0"/>
              </a:rPr>
              <a:t>Design and implement quality assurance processes for business solutions </a:t>
            </a:r>
          </a:p>
        </p:txBody>
      </p:sp>
    </p:spTree>
    <p:extLst>
      <p:ext uri="{BB962C8B-B14F-4D97-AF65-F5344CB8AC3E}">
        <p14:creationId xmlns:p14="http://schemas.microsoft.com/office/powerpoint/2010/main" val="135435009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00667A"/>
        </a:solidFill>
        <a:effectLst/>
      </p:bgPr>
    </p:bg>
    <p:spTree>
      <p:nvGrpSpPr>
        <p:cNvPr id="1" name=""/>
        <p:cNvGrpSpPr/>
        <p:nvPr/>
      </p:nvGrpSpPr>
      <p:grpSpPr>
        <a:xfrm>
          <a:off x="0" y="0"/>
          <a:ext cx="0" cy="0"/>
          <a:chOff x="0" y="0"/>
          <a:chExt cx="0" cy="0"/>
        </a:xfrm>
      </p:grpSpPr>
      <p:sp>
        <p:nvSpPr>
          <p:cNvPr id="2" name="AutoShape 2"/>
          <p:cNvSpPr/>
          <p:nvPr/>
        </p:nvSpPr>
        <p:spPr>
          <a:xfrm>
            <a:off x="0" y="7886700"/>
            <a:ext cx="18288000" cy="1621070"/>
          </a:xfrm>
          <a:prstGeom prst="rect">
            <a:avLst/>
          </a:prstGeom>
          <a:solidFill>
            <a:schemeClr val="bg1"/>
          </a:solidFill>
        </p:spPr>
        <p:txBody>
          <a:bodyPr/>
          <a:lstStyle/>
          <a:p>
            <a:endParaRPr lang="en-US"/>
          </a:p>
        </p:txBody>
      </p:sp>
      <p:sp>
        <p:nvSpPr>
          <p:cNvPr id="3" name="TextBox 3"/>
          <p:cNvSpPr txBox="1"/>
          <p:nvPr/>
        </p:nvSpPr>
        <p:spPr>
          <a:xfrm>
            <a:off x="990600" y="8325338"/>
            <a:ext cx="16745495" cy="697948"/>
          </a:xfrm>
          <a:prstGeom prst="rect">
            <a:avLst/>
          </a:prstGeom>
        </p:spPr>
        <p:txBody>
          <a:bodyPr wrap="square" lIns="0" tIns="0" rIns="0" bIns="0" rtlCol="0" anchor="t">
            <a:spAutoFit/>
          </a:bodyPr>
          <a:lstStyle/>
          <a:p>
            <a:pPr algn="r">
              <a:lnSpc>
                <a:spcPts val="5759"/>
              </a:lnSpc>
            </a:pPr>
            <a:r>
              <a:rPr lang="en-US" sz="4600" spc="192" dirty="0">
                <a:solidFill>
                  <a:srgbClr val="00667A"/>
                </a:solidFill>
                <a:latin typeface="Arial" panose="020B0604020202020204" pitchFamily="34" charset="0"/>
                <a:cs typeface="Arial" panose="020B0604020202020204" pitchFamily="34" charset="0"/>
              </a:rPr>
              <a:t>Topic 2: Developing quality policies and plans</a:t>
            </a:r>
          </a:p>
        </p:txBody>
      </p:sp>
      <p:sp>
        <p:nvSpPr>
          <p:cNvPr id="4" name="TextBox 4"/>
          <p:cNvSpPr txBox="1"/>
          <p:nvPr/>
        </p:nvSpPr>
        <p:spPr>
          <a:xfrm>
            <a:off x="2209800" y="1676834"/>
            <a:ext cx="14935200" cy="3764364"/>
          </a:xfrm>
          <a:prstGeom prst="rect">
            <a:avLst/>
          </a:prstGeom>
        </p:spPr>
        <p:txBody>
          <a:bodyPr wrap="square" lIns="0" tIns="0" rIns="0" bIns="0" rtlCol="0" anchor="t">
            <a:spAutoFit/>
          </a:bodyPr>
          <a:lstStyle/>
          <a:p>
            <a:pPr>
              <a:lnSpc>
                <a:spcPct val="114000"/>
              </a:lnSpc>
              <a:spcBef>
                <a:spcPts val="600"/>
              </a:spcBef>
              <a:spcAft>
                <a:spcPts val="600"/>
              </a:spcAft>
            </a:pPr>
            <a:r>
              <a:rPr lang="en-US" sz="3200" b="1" spc="200" dirty="0">
                <a:solidFill>
                  <a:schemeClr val="bg1"/>
                </a:solidFill>
                <a:latin typeface="Arial" panose="020B0604020202020204" pitchFamily="34" charset="0"/>
                <a:cs typeface="Arial" panose="020B0604020202020204" pitchFamily="34" charset="0"/>
              </a:rPr>
              <a:t>ACTIVITY: READ</a:t>
            </a:r>
            <a:endParaRPr lang="en-US" sz="2500" b="1" spc="200" dirty="0">
              <a:solidFill>
                <a:schemeClr val="bg1"/>
              </a:solidFill>
              <a:latin typeface="Arial" panose="020B0604020202020204" pitchFamily="34" charset="0"/>
              <a:cs typeface="Arial" panose="020B0604020202020204" pitchFamily="34" charset="0"/>
            </a:endParaRPr>
          </a:p>
          <a:p>
            <a:pPr>
              <a:lnSpc>
                <a:spcPct val="114000"/>
              </a:lnSpc>
              <a:spcBef>
                <a:spcPts val="600"/>
              </a:spcBef>
              <a:spcAft>
                <a:spcPts val="600"/>
              </a:spcAft>
            </a:pPr>
            <a:r>
              <a:rPr lang="en-US" sz="3000" spc="25" dirty="0">
                <a:solidFill>
                  <a:schemeClr val="bg1"/>
                </a:solidFill>
                <a:latin typeface="Arial" panose="020B0604020202020204" pitchFamily="34" charset="0"/>
                <a:cs typeface="Arial" panose="020B0604020202020204" pitchFamily="34" charset="0"/>
              </a:rPr>
              <a:t>Read through the case study on Air Canada:  </a:t>
            </a:r>
          </a:p>
          <a:p>
            <a:pPr>
              <a:lnSpc>
                <a:spcPct val="114000"/>
              </a:lnSpc>
              <a:spcBef>
                <a:spcPts val="600"/>
              </a:spcBef>
              <a:spcAft>
                <a:spcPts val="600"/>
              </a:spcAft>
            </a:pPr>
            <a:r>
              <a:rPr lang="en-US" sz="3000" spc="25" dirty="0">
                <a:solidFill>
                  <a:schemeClr val="bg1"/>
                </a:solidFill>
                <a:latin typeface="Arial" panose="020B0604020202020204" pitchFamily="34" charset="0"/>
                <a:cs typeface="Arial" panose="020B0604020202020204" pitchFamily="34" charset="0"/>
                <a:hlinkClick r:id="rId3"/>
              </a:rPr>
              <a:t>https://clearhrconsulting.com/blog/hr-smalltalk/how-to-communicate-policies-and-procedures/</a:t>
            </a:r>
            <a:r>
              <a:rPr lang="en-US" sz="3000" spc="25" dirty="0">
                <a:solidFill>
                  <a:schemeClr val="bg1"/>
                </a:solidFill>
                <a:latin typeface="Arial" panose="020B0604020202020204" pitchFamily="34" charset="0"/>
                <a:cs typeface="Arial" panose="020B0604020202020204" pitchFamily="34" charset="0"/>
              </a:rPr>
              <a:t> </a:t>
            </a:r>
          </a:p>
          <a:p>
            <a:pPr>
              <a:lnSpc>
                <a:spcPct val="114000"/>
              </a:lnSpc>
              <a:spcBef>
                <a:spcPts val="600"/>
              </a:spcBef>
              <a:spcAft>
                <a:spcPts val="600"/>
              </a:spcAft>
            </a:pPr>
            <a:r>
              <a:rPr lang="en-US" sz="3000" spc="25" dirty="0">
                <a:solidFill>
                  <a:schemeClr val="bg1"/>
                </a:solidFill>
                <a:latin typeface="Arial" panose="020B0604020202020204" pitchFamily="34" charset="0"/>
                <a:cs typeface="Arial" panose="020B0604020202020204" pitchFamily="34" charset="0"/>
              </a:rPr>
              <a:t>Read the following article: Effectively communicating your policies and procedures: </a:t>
            </a:r>
          </a:p>
          <a:p>
            <a:pPr>
              <a:lnSpc>
                <a:spcPct val="114000"/>
              </a:lnSpc>
              <a:spcBef>
                <a:spcPts val="600"/>
              </a:spcBef>
              <a:spcAft>
                <a:spcPts val="600"/>
              </a:spcAft>
            </a:pPr>
            <a:r>
              <a:rPr lang="en-US" sz="3000" spc="25" dirty="0">
                <a:solidFill>
                  <a:schemeClr val="bg1"/>
                </a:solidFill>
                <a:latin typeface="Arial" panose="020B0604020202020204" pitchFamily="34" charset="0"/>
                <a:cs typeface="Arial" panose="020B0604020202020204" pitchFamily="34" charset="0"/>
                <a:hlinkClick r:id="rId4"/>
              </a:rPr>
              <a:t>http://s3managementgroup.com/blog/communicating-your-policies-and-procedures/</a:t>
            </a:r>
            <a:r>
              <a:rPr lang="en-US" sz="3000" spc="25" dirty="0">
                <a:solidFill>
                  <a:schemeClr val="bg1"/>
                </a:solidFill>
                <a:latin typeface="Arial" panose="020B0604020202020204" pitchFamily="34" charset="0"/>
                <a:cs typeface="Arial" panose="020B0604020202020204" pitchFamily="34" charset="0"/>
              </a:rPr>
              <a:t> </a:t>
            </a:r>
          </a:p>
        </p:txBody>
      </p:sp>
      <p:grpSp>
        <p:nvGrpSpPr>
          <p:cNvPr id="17" name="Group 16">
            <a:extLst>
              <a:ext uri="{FF2B5EF4-FFF2-40B4-BE49-F238E27FC236}">
                <a16:creationId xmlns:a16="http://schemas.microsoft.com/office/drawing/2014/main" id="{9BC53F16-C04B-4406-BBF9-D518BC5BACFE}"/>
              </a:ext>
            </a:extLst>
          </p:cNvPr>
          <p:cNvGrpSpPr/>
          <p:nvPr/>
        </p:nvGrpSpPr>
        <p:grpSpPr>
          <a:xfrm>
            <a:off x="1028700" y="495300"/>
            <a:ext cx="17259300" cy="218203"/>
            <a:chOff x="1028700" y="723900"/>
            <a:chExt cx="17259300" cy="218203"/>
          </a:xfrm>
          <a:solidFill>
            <a:schemeClr val="bg1"/>
          </a:solidFill>
        </p:grpSpPr>
        <p:sp>
          <p:nvSpPr>
            <p:cNvPr id="6" name="AutoShape 6"/>
            <p:cNvSpPr/>
            <p:nvPr/>
          </p:nvSpPr>
          <p:spPr>
            <a:xfrm>
              <a:off x="1044000" y="826884"/>
              <a:ext cx="17244000" cy="20795"/>
            </a:xfrm>
            <a:prstGeom prst="rect">
              <a:avLst/>
            </a:prstGeom>
            <a:grpFill/>
          </p:spPr>
          <p:txBody>
            <a:bodyPr/>
            <a:lstStyle/>
            <a:p>
              <a:endParaRPr lang="en-US"/>
            </a:p>
          </p:txBody>
        </p:sp>
        <p:sp>
          <p:nvSpPr>
            <p:cNvPr id="7" name="AutoShape 7"/>
            <p:cNvSpPr/>
            <p:nvPr/>
          </p:nvSpPr>
          <p:spPr>
            <a:xfrm>
              <a:off x="1028700" y="723900"/>
              <a:ext cx="219025" cy="209643"/>
            </a:xfrm>
            <a:prstGeom prst="rect">
              <a:avLst/>
            </a:prstGeom>
            <a:grpFill/>
          </p:spPr>
          <p:txBody>
            <a:bodyPr/>
            <a:lstStyle/>
            <a:p>
              <a:endParaRPr lang="en-US"/>
            </a:p>
          </p:txBody>
        </p:sp>
        <p:sp>
          <p:nvSpPr>
            <p:cNvPr id="8" name="AutoShape 8"/>
            <p:cNvSpPr/>
            <p:nvPr/>
          </p:nvSpPr>
          <p:spPr>
            <a:xfrm>
              <a:off x="6856574" y="732460"/>
              <a:ext cx="219025" cy="209643"/>
            </a:xfrm>
            <a:prstGeom prst="rect">
              <a:avLst/>
            </a:prstGeom>
            <a:grpFill/>
          </p:spPr>
          <p:txBody>
            <a:bodyPr/>
            <a:lstStyle/>
            <a:p>
              <a:endParaRPr lang="en-US"/>
            </a:p>
          </p:txBody>
        </p:sp>
        <p:sp>
          <p:nvSpPr>
            <p:cNvPr id="9" name="AutoShape 9"/>
            <p:cNvSpPr/>
            <p:nvPr/>
          </p:nvSpPr>
          <p:spPr>
            <a:xfrm>
              <a:off x="12684448" y="732460"/>
              <a:ext cx="219025" cy="209643"/>
            </a:xfrm>
            <a:prstGeom prst="rect">
              <a:avLst/>
            </a:prstGeom>
            <a:grpFill/>
          </p:spPr>
          <p:txBody>
            <a:bodyPr/>
            <a:lstStyle/>
            <a:p>
              <a:endParaRPr lang="en-US"/>
            </a:p>
          </p:txBody>
        </p:sp>
      </p:grpSp>
      <p:pic>
        <p:nvPicPr>
          <p:cNvPr id="12" name="Graphic 11" descr="Head with gears">
            <a:extLst>
              <a:ext uri="{FF2B5EF4-FFF2-40B4-BE49-F238E27FC236}">
                <a16:creationId xmlns:a16="http://schemas.microsoft.com/office/drawing/2014/main" id="{24660D36-8AF2-4286-AAA9-78D28F426CF7}"/>
              </a:ext>
            </a:extLst>
          </p:cNvPr>
          <p:cNvPicPr>
            <a:picLocks noChangeAspect="1"/>
          </p:cNvPicPr>
          <p:nvPr/>
        </p:nvPicPr>
        <p:blipFill>
          <a:blip r:embed="rId5">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p:blipFill>
        <p:spPr>
          <a:xfrm flipH="1">
            <a:off x="643741" y="1676834"/>
            <a:ext cx="1207968" cy="1207968"/>
          </a:xfrm>
          <a:prstGeom prst="rect">
            <a:avLst/>
          </a:prstGeom>
        </p:spPr>
      </p:pic>
      <p:sp>
        <p:nvSpPr>
          <p:cNvPr id="18" name="Footer Placeholder 9">
            <a:extLst>
              <a:ext uri="{FF2B5EF4-FFF2-40B4-BE49-F238E27FC236}">
                <a16:creationId xmlns:a16="http://schemas.microsoft.com/office/drawing/2014/main" id="{28DCC937-298F-458D-B2D1-4B0524F6D728}"/>
              </a:ext>
            </a:extLst>
          </p:cNvPr>
          <p:cNvSpPr txBox="1">
            <a:spLocks/>
          </p:cNvSpPr>
          <p:nvPr/>
        </p:nvSpPr>
        <p:spPr>
          <a:xfrm>
            <a:off x="15163800" y="9715499"/>
            <a:ext cx="2895600"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endParaRPr lang="en-US" dirty="0">
              <a:solidFill>
                <a:schemeClr val="bg1"/>
              </a:solidFill>
              <a:latin typeface="Arial" panose="020B0604020202020204" pitchFamily="34" charset="0"/>
              <a:cs typeface="Arial" panose="020B0604020202020204" pitchFamily="34" charset="0"/>
            </a:endParaRPr>
          </a:p>
        </p:txBody>
      </p:sp>
      <p:sp>
        <p:nvSpPr>
          <p:cNvPr id="14" name="Slide Number Placeholder 10">
            <a:extLst>
              <a:ext uri="{FF2B5EF4-FFF2-40B4-BE49-F238E27FC236}">
                <a16:creationId xmlns:a16="http://schemas.microsoft.com/office/drawing/2014/main" id="{2CC8EE72-4EB2-A843-A602-EEAF09A8A808}"/>
              </a:ext>
            </a:extLst>
          </p:cNvPr>
          <p:cNvSpPr txBox="1">
            <a:spLocks/>
          </p:cNvSpPr>
          <p:nvPr/>
        </p:nvSpPr>
        <p:spPr>
          <a:xfrm>
            <a:off x="17526000" y="164563"/>
            <a:ext cx="478452" cy="347857"/>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6F15528-21DE-4FAA-801E-634DDDAF4B2B}" type="slidenum">
              <a:rPr lang="en-US" smtClean="0">
                <a:solidFill>
                  <a:schemeClr val="bg1"/>
                </a:solidFill>
                <a:latin typeface="Arial" panose="020B0604020202020204" pitchFamily="34" charset="0"/>
                <a:cs typeface="Arial" panose="020B0604020202020204" pitchFamily="34" charset="0"/>
              </a:rPr>
              <a:pPr/>
              <a:t>28</a:t>
            </a:fld>
            <a:endParaRPr lang="en-US" dirty="0">
              <a:solidFill>
                <a:schemeClr val="bg1"/>
              </a:solidFill>
              <a:latin typeface="Arial" panose="020B0604020202020204" pitchFamily="34" charset="0"/>
              <a:cs typeface="Arial" panose="020B0604020202020204" pitchFamily="34" charset="0"/>
            </a:endParaRPr>
          </a:p>
        </p:txBody>
      </p:sp>
      <p:sp>
        <p:nvSpPr>
          <p:cNvPr id="16" name="Footer Placeholder 9">
            <a:extLst>
              <a:ext uri="{FF2B5EF4-FFF2-40B4-BE49-F238E27FC236}">
                <a16:creationId xmlns:a16="http://schemas.microsoft.com/office/drawing/2014/main" id="{AB9BE680-5A93-6744-9278-BEC84DF3AC8D}"/>
              </a:ext>
            </a:extLst>
          </p:cNvPr>
          <p:cNvSpPr>
            <a:spLocks noGrp="1"/>
          </p:cNvSpPr>
          <p:nvPr>
            <p:ph type="ftr" sz="quarter" idx="11"/>
          </p:nvPr>
        </p:nvSpPr>
        <p:spPr>
          <a:xfrm>
            <a:off x="533400" y="9715499"/>
            <a:ext cx="6019800" cy="442894"/>
          </a:xfrm>
        </p:spPr>
        <p:txBody>
          <a:bodyPr/>
          <a:lstStyle/>
          <a:p>
            <a:pPr algn="l"/>
            <a:r>
              <a:rPr lang="en-US" b="1" dirty="0">
                <a:solidFill>
                  <a:schemeClr val="bg1"/>
                </a:solidFill>
                <a:latin typeface="Arial" panose="020B0604020202020204" pitchFamily="34" charset="0"/>
                <a:cs typeface="Arial" panose="020B0604020202020204" pitchFamily="34" charset="0"/>
              </a:rPr>
              <a:t>ICTSAD507 </a:t>
            </a:r>
            <a:r>
              <a:rPr lang="en-US" dirty="0">
                <a:solidFill>
                  <a:schemeClr val="bg1"/>
                </a:solidFill>
                <a:latin typeface="Arial" panose="020B0604020202020204" pitchFamily="34" charset="0"/>
                <a:cs typeface="Arial" panose="020B0604020202020204" pitchFamily="34" charset="0"/>
              </a:rPr>
              <a:t>Design and implement quality assurance processes for business solutions </a:t>
            </a:r>
          </a:p>
        </p:txBody>
      </p:sp>
    </p:spTree>
    <p:extLst>
      <p:ext uri="{BB962C8B-B14F-4D97-AF65-F5344CB8AC3E}">
        <p14:creationId xmlns:p14="http://schemas.microsoft.com/office/powerpoint/2010/main" val="75953421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3"/>
          <p:cNvSpPr txBox="1"/>
          <p:nvPr/>
        </p:nvSpPr>
        <p:spPr>
          <a:xfrm>
            <a:off x="5603551" y="8746411"/>
            <a:ext cx="11716295" cy="717197"/>
          </a:xfrm>
          <a:prstGeom prst="rect">
            <a:avLst/>
          </a:prstGeom>
        </p:spPr>
        <p:txBody>
          <a:bodyPr lIns="0" tIns="0" rIns="0" bIns="0" rtlCol="0" anchor="t">
            <a:spAutoFit/>
          </a:bodyPr>
          <a:lstStyle/>
          <a:p>
            <a:pPr algn="r">
              <a:lnSpc>
                <a:spcPts val="5759"/>
              </a:lnSpc>
            </a:pPr>
            <a:r>
              <a:rPr lang="en-US" sz="4800" spc="192" dirty="0">
                <a:solidFill>
                  <a:srgbClr val="F4F8F3"/>
                </a:solidFill>
                <a:latin typeface="Montserrat Light"/>
              </a:rPr>
              <a:t>Topic 1: Insert topic title </a:t>
            </a:r>
          </a:p>
        </p:txBody>
      </p:sp>
      <p:grpSp>
        <p:nvGrpSpPr>
          <p:cNvPr id="5" name="Group 5"/>
          <p:cNvGrpSpPr/>
          <p:nvPr/>
        </p:nvGrpSpPr>
        <p:grpSpPr>
          <a:xfrm>
            <a:off x="1028700" y="446788"/>
            <a:ext cx="17244000" cy="220040"/>
            <a:chOff x="0" y="0"/>
            <a:chExt cx="23454501" cy="293386"/>
          </a:xfrm>
          <a:solidFill>
            <a:srgbClr val="00667A"/>
          </a:solidFill>
        </p:grpSpPr>
        <p:sp>
          <p:nvSpPr>
            <p:cNvPr id="6" name="AutoShape 6"/>
            <p:cNvSpPr/>
            <p:nvPr/>
          </p:nvSpPr>
          <p:spPr>
            <a:xfrm>
              <a:off x="0" y="125899"/>
              <a:ext cx="23454501" cy="27726"/>
            </a:xfrm>
            <a:prstGeom prst="rect">
              <a:avLst/>
            </a:prstGeom>
            <a:grpFill/>
          </p:spPr>
          <p:txBody>
            <a:bodyPr/>
            <a:lstStyle/>
            <a:p>
              <a:endParaRPr lang="en-US"/>
            </a:p>
          </p:txBody>
        </p:sp>
        <p:sp>
          <p:nvSpPr>
            <p:cNvPr id="7" name="AutoShape 7"/>
            <p:cNvSpPr/>
            <p:nvPr/>
          </p:nvSpPr>
          <p:spPr>
            <a:xfrm>
              <a:off x="0" y="13863"/>
              <a:ext cx="292033" cy="279524"/>
            </a:xfrm>
            <a:prstGeom prst="rect">
              <a:avLst/>
            </a:prstGeom>
            <a:grpFill/>
          </p:spPr>
          <p:txBody>
            <a:bodyPr/>
            <a:lstStyle/>
            <a:p>
              <a:endParaRPr lang="en-US"/>
            </a:p>
          </p:txBody>
        </p:sp>
        <p:sp>
          <p:nvSpPr>
            <p:cNvPr id="8" name="AutoShape 8"/>
            <p:cNvSpPr/>
            <p:nvPr/>
          </p:nvSpPr>
          <p:spPr>
            <a:xfrm>
              <a:off x="7770499" y="0"/>
              <a:ext cx="292033" cy="279524"/>
            </a:xfrm>
            <a:prstGeom prst="rect">
              <a:avLst/>
            </a:prstGeom>
            <a:grpFill/>
          </p:spPr>
          <p:txBody>
            <a:bodyPr/>
            <a:lstStyle/>
            <a:p>
              <a:endParaRPr lang="en-US"/>
            </a:p>
          </p:txBody>
        </p:sp>
        <p:sp>
          <p:nvSpPr>
            <p:cNvPr id="9" name="AutoShape 9"/>
            <p:cNvSpPr/>
            <p:nvPr/>
          </p:nvSpPr>
          <p:spPr>
            <a:xfrm>
              <a:off x="15540998" y="0"/>
              <a:ext cx="292033" cy="279524"/>
            </a:xfrm>
            <a:prstGeom prst="rect">
              <a:avLst/>
            </a:prstGeom>
            <a:grpFill/>
          </p:spPr>
          <p:txBody>
            <a:bodyPr/>
            <a:lstStyle/>
            <a:p>
              <a:endParaRPr lang="en-US"/>
            </a:p>
          </p:txBody>
        </p:sp>
      </p:grpSp>
      <p:sp>
        <p:nvSpPr>
          <p:cNvPr id="12" name="AutoShape 2">
            <a:extLst>
              <a:ext uri="{FF2B5EF4-FFF2-40B4-BE49-F238E27FC236}">
                <a16:creationId xmlns:a16="http://schemas.microsoft.com/office/drawing/2014/main" id="{54B605DE-63C5-4B19-89D4-FD69EFF21B44}"/>
              </a:ext>
            </a:extLst>
          </p:cNvPr>
          <p:cNvSpPr/>
          <p:nvPr/>
        </p:nvSpPr>
        <p:spPr>
          <a:xfrm>
            <a:off x="0" y="7886700"/>
            <a:ext cx="18288000" cy="1621070"/>
          </a:xfrm>
          <a:prstGeom prst="rect">
            <a:avLst/>
          </a:prstGeom>
          <a:solidFill>
            <a:srgbClr val="00667A"/>
          </a:solidFill>
        </p:spPr>
        <p:txBody>
          <a:bodyPr/>
          <a:lstStyle/>
          <a:p>
            <a:endParaRPr lang="en-AU"/>
          </a:p>
        </p:txBody>
      </p:sp>
      <p:sp>
        <p:nvSpPr>
          <p:cNvPr id="13" name="TextBox 3">
            <a:extLst>
              <a:ext uri="{FF2B5EF4-FFF2-40B4-BE49-F238E27FC236}">
                <a16:creationId xmlns:a16="http://schemas.microsoft.com/office/drawing/2014/main" id="{A31A0CE9-BF08-435F-8682-EFAE4D36D398}"/>
              </a:ext>
            </a:extLst>
          </p:cNvPr>
          <p:cNvSpPr txBox="1"/>
          <p:nvPr/>
        </p:nvSpPr>
        <p:spPr>
          <a:xfrm>
            <a:off x="990600" y="8325338"/>
            <a:ext cx="16745495" cy="697948"/>
          </a:xfrm>
          <a:prstGeom prst="rect">
            <a:avLst/>
          </a:prstGeom>
        </p:spPr>
        <p:txBody>
          <a:bodyPr wrap="square" lIns="0" tIns="0" rIns="0" bIns="0" rtlCol="0" anchor="t">
            <a:spAutoFit/>
          </a:bodyPr>
          <a:lstStyle/>
          <a:p>
            <a:pPr algn="r">
              <a:lnSpc>
                <a:spcPts val="5759"/>
              </a:lnSpc>
            </a:pPr>
            <a:r>
              <a:rPr lang="en-US" sz="4600" spc="192" dirty="0">
                <a:solidFill>
                  <a:schemeClr val="bg1"/>
                </a:solidFill>
                <a:latin typeface="Arial" panose="020B0604020202020204" pitchFamily="34" charset="0"/>
                <a:cs typeface="Arial" panose="020B0604020202020204" pitchFamily="34" charset="0"/>
              </a:rPr>
              <a:t>Topic 2: Developing quality policies and plans</a:t>
            </a:r>
          </a:p>
        </p:txBody>
      </p:sp>
      <p:sp>
        <p:nvSpPr>
          <p:cNvPr id="17" name="TextBox 4">
            <a:extLst>
              <a:ext uri="{FF2B5EF4-FFF2-40B4-BE49-F238E27FC236}">
                <a16:creationId xmlns:a16="http://schemas.microsoft.com/office/drawing/2014/main" id="{EAC90A64-36BA-4EF5-BA95-DA478EAEA9E6}"/>
              </a:ext>
            </a:extLst>
          </p:cNvPr>
          <p:cNvSpPr txBox="1"/>
          <p:nvPr/>
        </p:nvSpPr>
        <p:spPr>
          <a:xfrm>
            <a:off x="1028700" y="1676834"/>
            <a:ext cx="12687300" cy="2250103"/>
          </a:xfrm>
          <a:prstGeom prst="rect">
            <a:avLst/>
          </a:prstGeom>
        </p:spPr>
        <p:txBody>
          <a:bodyPr wrap="square" lIns="0" tIns="0" rIns="0" bIns="0" rtlCol="0" anchor="t">
            <a:spAutoFit/>
          </a:bodyPr>
          <a:lstStyle/>
          <a:p>
            <a:pPr>
              <a:lnSpc>
                <a:spcPct val="114000"/>
              </a:lnSpc>
              <a:spcBef>
                <a:spcPts val="600"/>
              </a:spcBef>
              <a:spcAft>
                <a:spcPts val="600"/>
              </a:spcAft>
            </a:pPr>
            <a:r>
              <a:rPr lang="en-US" sz="3200" b="1" spc="25" dirty="0">
                <a:solidFill>
                  <a:srgbClr val="00667A"/>
                </a:solidFill>
                <a:latin typeface="Arial" panose="020B0604020202020204" pitchFamily="34" charset="0"/>
                <a:cs typeface="Arial" panose="020B0604020202020204" pitchFamily="34" charset="0"/>
              </a:rPr>
              <a:t>FEEDBACK</a:t>
            </a:r>
          </a:p>
          <a:p>
            <a:pPr>
              <a:lnSpc>
                <a:spcPct val="114000"/>
              </a:lnSpc>
              <a:spcBef>
                <a:spcPts val="600"/>
              </a:spcBef>
              <a:spcAft>
                <a:spcPts val="600"/>
              </a:spcAft>
            </a:pPr>
            <a:r>
              <a:rPr lang="en-US" sz="3000" spc="25" dirty="0">
                <a:solidFill>
                  <a:srgbClr val="00667A"/>
                </a:solidFill>
                <a:latin typeface="Arial" panose="020B0604020202020204" pitchFamily="34" charset="0"/>
                <a:cs typeface="Arial" panose="020B0604020202020204" pitchFamily="34" charset="0"/>
              </a:rPr>
              <a:t>Feedback can be collected from key internal and external stakeholders to determine if any corrective action is required and any changes needed to be made to the quality management plan.</a:t>
            </a:r>
          </a:p>
        </p:txBody>
      </p:sp>
      <p:sp>
        <p:nvSpPr>
          <p:cNvPr id="14" name="Slide Number Placeholder 10">
            <a:extLst>
              <a:ext uri="{FF2B5EF4-FFF2-40B4-BE49-F238E27FC236}">
                <a16:creationId xmlns:a16="http://schemas.microsoft.com/office/drawing/2014/main" id="{5BC0C534-ADAF-D84D-81C8-2A1D2405EFB8}"/>
              </a:ext>
            </a:extLst>
          </p:cNvPr>
          <p:cNvSpPr txBox="1">
            <a:spLocks/>
          </p:cNvSpPr>
          <p:nvPr/>
        </p:nvSpPr>
        <p:spPr>
          <a:xfrm>
            <a:off x="17526000" y="164563"/>
            <a:ext cx="478452" cy="347857"/>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6F15528-21DE-4FAA-801E-634DDDAF4B2B}" type="slidenum">
              <a:rPr lang="en-US" b="1" smtClean="0">
                <a:solidFill>
                  <a:srgbClr val="31859C"/>
                </a:solidFill>
                <a:latin typeface="Arial" panose="020B0604020202020204" pitchFamily="34" charset="0"/>
                <a:cs typeface="Arial" panose="020B0604020202020204" pitchFamily="34" charset="0"/>
              </a:rPr>
              <a:pPr/>
              <a:t>29</a:t>
            </a:fld>
            <a:endParaRPr lang="en-US" b="1" dirty="0">
              <a:solidFill>
                <a:srgbClr val="31859C"/>
              </a:solidFill>
              <a:latin typeface="Arial" panose="020B0604020202020204" pitchFamily="34" charset="0"/>
              <a:cs typeface="Arial" panose="020B0604020202020204" pitchFamily="34" charset="0"/>
            </a:endParaRPr>
          </a:p>
        </p:txBody>
      </p:sp>
      <p:sp>
        <p:nvSpPr>
          <p:cNvPr id="16" name="Footer Placeholder 9">
            <a:extLst>
              <a:ext uri="{FF2B5EF4-FFF2-40B4-BE49-F238E27FC236}">
                <a16:creationId xmlns:a16="http://schemas.microsoft.com/office/drawing/2014/main" id="{91238751-4B41-A64D-9256-38165806A582}"/>
              </a:ext>
            </a:extLst>
          </p:cNvPr>
          <p:cNvSpPr txBox="1">
            <a:spLocks/>
          </p:cNvSpPr>
          <p:nvPr/>
        </p:nvSpPr>
        <p:spPr>
          <a:xfrm>
            <a:off x="15163800" y="9715499"/>
            <a:ext cx="2895600"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endParaRPr lang="en-US" dirty="0">
              <a:solidFill>
                <a:srgbClr val="00667A"/>
              </a:solidFill>
              <a:latin typeface="Arial" panose="020B0604020202020204" pitchFamily="34" charset="0"/>
              <a:cs typeface="Arial" panose="020B0604020202020204" pitchFamily="34" charset="0"/>
            </a:endParaRPr>
          </a:p>
        </p:txBody>
      </p:sp>
      <p:sp>
        <p:nvSpPr>
          <p:cNvPr id="15" name="Footer Placeholder 9">
            <a:extLst>
              <a:ext uri="{FF2B5EF4-FFF2-40B4-BE49-F238E27FC236}">
                <a16:creationId xmlns:a16="http://schemas.microsoft.com/office/drawing/2014/main" id="{976232BB-FC90-084A-A77F-98BBE7BA4C6D}"/>
              </a:ext>
            </a:extLst>
          </p:cNvPr>
          <p:cNvSpPr>
            <a:spLocks noGrp="1"/>
          </p:cNvSpPr>
          <p:nvPr>
            <p:ph type="ftr" sz="quarter" idx="11"/>
          </p:nvPr>
        </p:nvSpPr>
        <p:spPr>
          <a:xfrm>
            <a:off x="533400" y="9715499"/>
            <a:ext cx="6019800" cy="442894"/>
          </a:xfrm>
        </p:spPr>
        <p:txBody>
          <a:bodyPr/>
          <a:lstStyle/>
          <a:p>
            <a:pPr algn="l"/>
            <a:r>
              <a:rPr lang="en-US" b="1" dirty="0">
                <a:solidFill>
                  <a:srgbClr val="00667A"/>
                </a:solidFill>
                <a:latin typeface="Arial" panose="020B0604020202020204" pitchFamily="34" charset="0"/>
                <a:cs typeface="Arial" panose="020B0604020202020204" pitchFamily="34" charset="0"/>
              </a:rPr>
              <a:t>ICTSAD507 </a:t>
            </a:r>
            <a:r>
              <a:rPr lang="en-US" dirty="0">
                <a:solidFill>
                  <a:srgbClr val="00667A"/>
                </a:solidFill>
                <a:latin typeface="Arial" panose="020B0604020202020204" pitchFamily="34" charset="0"/>
                <a:cs typeface="Arial" panose="020B0604020202020204" pitchFamily="34" charset="0"/>
              </a:rPr>
              <a:t>Design and implement quality assurance processes for business solutions </a:t>
            </a:r>
          </a:p>
        </p:txBody>
      </p:sp>
    </p:spTree>
    <p:extLst>
      <p:ext uri="{BB962C8B-B14F-4D97-AF65-F5344CB8AC3E}">
        <p14:creationId xmlns:p14="http://schemas.microsoft.com/office/powerpoint/2010/main" val="81220300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3"/>
          <p:cNvSpPr txBox="1"/>
          <p:nvPr/>
        </p:nvSpPr>
        <p:spPr>
          <a:xfrm>
            <a:off x="5603551" y="8746411"/>
            <a:ext cx="11716295" cy="717197"/>
          </a:xfrm>
          <a:prstGeom prst="rect">
            <a:avLst/>
          </a:prstGeom>
        </p:spPr>
        <p:txBody>
          <a:bodyPr lIns="0" tIns="0" rIns="0" bIns="0" rtlCol="0" anchor="t">
            <a:spAutoFit/>
          </a:bodyPr>
          <a:lstStyle/>
          <a:p>
            <a:pPr algn="r">
              <a:lnSpc>
                <a:spcPts val="5759"/>
              </a:lnSpc>
            </a:pPr>
            <a:r>
              <a:rPr lang="en-US" sz="4800" spc="192" dirty="0">
                <a:solidFill>
                  <a:srgbClr val="F4F8F3"/>
                </a:solidFill>
                <a:latin typeface="Montserrat Light"/>
              </a:rPr>
              <a:t>Topic 1: Insert topic title </a:t>
            </a:r>
          </a:p>
        </p:txBody>
      </p:sp>
      <p:grpSp>
        <p:nvGrpSpPr>
          <p:cNvPr id="5" name="Group 5"/>
          <p:cNvGrpSpPr/>
          <p:nvPr/>
        </p:nvGrpSpPr>
        <p:grpSpPr>
          <a:xfrm>
            <a:off x="1028700" y="446788"/>
            <a:ext cx="17244000" cy="220040"/>
            <a:chOff x="0" y="0"/>
            <a:chExt cx="23454501" cy="293386"/>
          </a:xfrm>
          <a:solidFill>
            <a:srgbClr val="00667A"/>
          </a:solidFill>
        </p:grpSpPr>
        <p:sp>
          <p:nvSpPr>
            <p:cNvPr id="6" name="AutoShape 6"/>
            <p:cNvSpPr/>
            <p:nvPr/>
          </p:nvSpPr>
          <p:spPr>
            <a:xfrm>
              <a:off x="0" y="125899"/>
              <a:ext cx="23454501" cy="27726"/>
            </a:xfrm>
            <a:prstGeom prst="rect">
              <a:avLst/>
            </a:prstGeom>
            <a:grpFill/>
          </p:spPr>
          <p:txBody>
            <a:bodyPr/>
            <a:lstStyle/>
            <a:p>
              <a:endParaRPr lang="en-US"/>
            </a:p>
          </p:txBody>
        </p:sp>
        <p:sp>
          <p:nvSpPr>
            <p:cNvPr id="7" name="AutoShape 7"/>
            <p:cNvSpPr/>
            <p:nvPr/>
          </p:nvSpPr>
          <p:spPr>
            <a:xfrm>
              <a:off x="0" y="13863"/>
              <a:ext cx="292033" cy="279524"/>
            </a:xfrm>
            <a:prstGeom prst="rect">
              <a:avLst/>
            </a:prstGeom>
            <a:grpFill/>
          </p:spPr>
          <p:txBody>
            <a:bodyPr/>
            <a:lstStyle/>
            <a:p>
              <a:endParaRPr lang="en-US"/>
            </a:p>
          </p:txBody>
        </p:sp>
        <p:sp>
          <p:nvSpPr>
            <p:cNvPr id="8" name="AutoShape 8"/>
            <p:cNvSpPr/>
            <p:nvPr/>
          </p:nvSpPr>
          <p:spPr>
            <a:xfrm>
              <a:off x="7770499" y="0"/>
              <a:ext cx="292033" cy="279524"/>
            </a:xfrm>
            <a:prstGeom prst="rect">
              <a:avLst/>
            </a:prstGeom>
            <a:grpFill/>
          </p:spPr>
          <p:txBody>
            <a:bodyPr/>
            <a:lstStyle/>
            <a:p>
              <a:endParaRPr lang="en-US"/>
            </a:p>
          </p:txBody>
        </p:sp>
        <p:sp>
          <p:nvSpPr>
            <p:cNvPr id="9" name="AutoShape 9"/>
            <p:cNvSpPr/>
            <p:nvPr/>
          </p:nvSpPr>
          <p:spPr>
            <a:xfrm>
              <a:off x="15540998" y="0"/>
              <a:ext cx="292033" cy="279524"/>
            </a:xfrm>
            <a:prstGeom prst="rect">
              <a:avLst/>
            </a:prstGeom>
            <a:grpFill/>
          </p:spPr>
          <p:txBody>
            <a:bodyPr/>
            <a:lstStyle/>
            <a:p>
              <a:endParaRPr lang="en-US"/>
            </a:p>
          </p:txBody>
        </p:sp>
      </p:grpSp>
      <p:sp>
        <p:nvSpPr>
          <p:cNvPr id="12" name="AutoShape 2">
            <a:extLst>
              <a:ext uri="{FF2B5EF4-FFF2-40B4-BE49-F238E27FC236}">
                <a16:creationId xmlns:a16="http://schemas.microsoft.com/office/drawing/2014/main" id="{54B605DE-63C5-4B19-89D4-FD69EFF21B44}"/>
              </a:ext>
            </a:extLst>
          </p:cNvPr>
          <p:cNvSpPr/>
          <p:nvPr/>
        </p:nvSpPr>
        <p:spPr>
          <a:xfrm>
            <a:off x="0" y="7886700"/>
            <a:ext cx="18288000" cy="1621070"/>
          </a:xfrm>
          <a:prstGeom prst="rect">
            <a:avLst/>
          </a:prstGeom>
          <a:solidFill>
            <a:srgbClr val="00667A"/>
          </a:solidFill>
        </p:spPr>
        <p:txBody>
          <a:bodyPr/>
          <a:lstStyle/>
          <a:p>
            <a:endParaRPr lang="en-AU"/>
          </a:p>
        </p:txBody>
      </p:sp>
      <p:sp>
        <p:nvSpPr>
          <p:cNvPr id="13" name="TextBox 3">
            <a:extLst>
              <a:ext uri="{FF2B5EF4-FFF2-40B4-BE49-F238E27FC236}">
                <a16:creationId xmlns:a16="http://schemas.microsoft.com/office/drawing/2014/main" id="{A31A0CE9-BF08-435F-8682-EFAE4D36D398}"/>
              </a:ext>
            </a:extLst>
          </p:cNvPr>
          <p:cNvSpPr txBox="1"/>
          <p:nvPr/>
        </p:nvSpPr>
        <p:spPr>
          <a:xfrm>
            <a:off x="990600" y="8325338"/>
            <a:ext cx="16745495" cy="697948"/>
          </a:xfrm>
          <a:prstGeom prst="rect">
            <a:avLst/>
          </a:prstGeom>
        </p:spPr>
        <p:txBody>
          <a:bodyPr wrap="square" lIns="0" tIns="0" rIns="0" bIns="0" rtlCol="0" anchor="t">
            <a:spAutoFit/>
          </a:bodyPr>
          <a:lstStyle/>
          <a:p>
            <a:pPr algn="r">
              <a:lnSpc>
                <a:spcPts val="5759"/>
              </a:lnSpc>
            </a:pPr>
            <a:r>
              <a:rPr lang="en-US" sz="4600" spc="192" dirty="0">
                <a:solidFill>
                  <a:schemeClr val="bg1"/>
                </a:solidFill>
                <a:latin typeface="Arial" panose="020B0604020202020204" pitchFamily="34" charset="0"/>
                <a:cs typeface="Arial" panose="020B0604020202020204" pitchFamily="34" charset="0"/>
              </a:rPr>
              <a:t>Topic 2: Developing quality policies and plans</a:t>
            </a:r>
          </a:p>
        </p:txBody>
      </p:sp>
      <p:sp>
        <p:nvSpPr>
          <p:cNvPr id="17" name="TextBox 4">
            <a:extLst>
              <a:ext uri="{FF2B5EF4-FFF2-40B4-BE49-F238E27FC236}">
                <a16:creationId xmlns:a16="http://schemas.microsoft.com/office/drawing/2014/main" id="{EAC90A64-36BA-4EF5-BA95-DA478EAEA9E6}"/>
              </a:ext>
            </a:extLst>
          </p:cNvPr>
          <p:cNvSpPr txBox="1"/>
          <p:nvPr/>
        </p:nvSpPr>
        <p:spPr>
          <a:xfrm>
            <a:off x="1028700" y="1676834"/>
            <a:ext cx="12687300" cy="2250103"/>
          </a:xfrm>
          <a:prstGeom prst="rect">
            <a:avLst/>
          </a:prstGeom>
        </p:spPr>
        <p:txBody>
          <a:bodyPr wrap="square" lIns="0" tIns="0" rIns="0" bIns="0" rtlCol="0" anchor="t">
            <a:spAutoFit/>
          </a:bodyPr>
          <a:lstStyle/>
          <a:p>
            <a:pPr>
              <a:lnSpc>
                <a:spcPct val="114000"/>
              </a:lnSpc>
              <a:spcBef>
                <a:spcPts val="600"/>
              </a:spcBef>
              <a:spcAft>
                <a:spcPts val="600"/>
              </a:spcAft>
            </a:pPr>
            <a:r>
              <a:rPr lang="en-US" sz="3200" b="1" spc="25" dirty="0">
                <a:solidFill>
                  <a:srgbClr val="00667A"/>
                </a:solidFill>
                <a:latin typeface="Arial" panose="020B0604020202020204" pitchFamily="34" charset="0"/>
                <a:cs typeface="Arial" panose="020B0604020202020204" pitchFamily="34" charset="0"/>
              </a:rPr>
              <a:t>REPORTING AND MONITORING</a:t>
            </a:r>
          </a:p>
          <a:p>
            <a:pPr>
              <a:lnSpc>
                <a:spcPct val="114000"/>
              </a:lnSpc>
              <a:spcBef>
                <a:spcPts val="600"/>
              </a:spcBef>
              <a:spcAft>
                <a:spcPts val="600"/>
              </a:spcAft>
            </a:pPr>
            <a:r>
              <a:rPr lang="en-US" sz="3000" spc="25" dirty="0">
                <a:solidFill>
                  <a:srgbClr val="00667A"/>
                </a:solidFill>
                <a:latin typeface="Arial" panose="020B0604020202020204" pitchFamily="34" charset="0"/>
                <a:cs typeface="Arial" panose="020B0604020202020204" pitchFamily="34" charset="0"/>
              </a:rPr>
              <a:t>To help with developing quality policies and plans, an </a:t>
            </a:r>
            <a:r>
              <a:rPr lang="en-US" sz="3000" spc="25" dirty="0" err="1">
                <a:solidFill>
                  <a:srgbClr val="00667A"/>
                </a:solidFill>
                <a:latin typeface="Arial" panose="020B0604020202020204" pitchFamily="34" charset="0"/>
                <a:cs typeface="Arial" panose="020B0604020202020204" pitchFamily="34" charset="0"/>
              </a:rPr>
              <a:t>organisation</a:t>
            </a:r>
            <a:r>
              <a:rPr lang="en-US" sz="3000" spc="25" dirty="0">
                <a:solidFill>
                  <a:srgbClr val="00667A"/>
                </a:solidFill>
                <a:latin typeface="Arial" panose="020B0604020202020204" pitchFamily="34" charset="0"/>
                <a:cs typeface="Arial" panose="020B0604020202020204" pitchFamily="34" charset="0"/>
              </a:rPr>
              <a:t> can establish and document a quality reporting and monitoring plan that can help to meet </a:t>
            </a:r>
            <a:r>
              <a:rPr lang="en-US" sz="3000" spc="25" dirty="0" err="1">
                <a:solidFill>
                  <a:srgbClr val="00667A"/>
                </a:solidFill>
                <a:latin typeface="Arial" panose="020B0604020202020204" pitchFamily="34" charset="0"/>
                <a:cs typeface="Arial" panose="020B0604020202020204" pitchFamily="34" charset="0"/>
              </a:rPr>
              <a:t>organisational</a:t>
            </a:r>
            <a:r>
              <a:rPr lang="en-US" sz="3000" spc="25" dirty="0">
                <a:solidFill>
                  <a:srgbClr val="00667A"/>
                </a:solidFill>
                <a:latin typeface="Arial" panose="020B0604020202020204" pitchFamily="34" charset="0"/>
                <a:cs typeface="Arial" panose="020B0604020202020204" pitchFamily="34" charset="0"/>
              </a:rPr>
              <a:t> expectations, standards and benchmarks.</a:t>
            </a:r>
          </a:p>
        </p:txBody>
      </p:sp>
      <p:sp>
        <p:nvSpPr>
          <p:cNvPr id="14" name="Slide Number Placeholder 10">
            <a:extLst>
              <a:ext uri="{FF2B5EF4-FFF2-40B4-BE49-F238E27FC236}">
                <a16:creationId xmlns:a16="http://schemas.microsoft.com/office/drawing/2014/main" id="{5BC0C534-ADAF-D84D-81C8-2A1D2405EFB8}"/>
              </a:ext>
            </a:extLst>
          </p:cNvPr>
          <p:cNvSpPr txBox="1">
            <a:spLocks/>
          </p:cNvSpPr>
          <p:nvPr/>
        </p:nvSpPr>
        <p:spPr>
          <a:xfrm>
            <a:off x="17526000" y="164563"/>
            <a:ext cx="478452" cy="347857"/>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6F15528-21DE-4FAA-801E-634DDDAF4B2B}" type="slidenum">
              <a:rPr lang="en-US" b="1" smtClean="0">
                <a:solidFill>
                  <a:srgbClr val="31859C"/>
                </a:solidFill>
                <a:latin typeface="Arial" panose="020B0604020202020204" pitchFamily="34" charset="0"/>
                <a:cs typeface="Arial" panose="020B0604020202020204" pitchFamily="34" charset="0"/>
              </a:rPr>
              <a:pPr/>
              <a:t>30</a:t>
            </a:fld>
            <a:endParaRPr lang="en-US" b="1" dirty="0">
              <a:solidFill>
                <a:srgbClr val="31859C"/>
              </a:solidFill>
              <a:latin typeface="Arial" panose="020B0604020202020204" pitchFamily="34" charset="0"/>
              <a:cs typeface="Arial" panose="020B0604020202020204" pitchFamily="34" charset="0"/>
            </a:endParaRPr>
          </a:p>
        </p:txBody>
      </p:sp>
      <p:sp>
        <p:nvSpPr>
          <p:cNvPr id="16" name="Footer Placeholder 9">
            <a:extLst>
              <a:ext uri="{FF2B5EF4-FFF2-40B4-BE49-F238E27FC236}">
                <a16:creationId xmlns:a16="http://schemas.microsoft.com/office/drawing/2014/main" id="{91238751-4B41-A64D-9256-38165806A582}"/>
              </a:ext>
            </a:extLst>
          </p:cNvPr>
          <p:cNvSpPr txBox="1">
            <a:spLocks/>
          </p:cNvSpPr>
          <p:nvPr/>
        </p:nvSpPr>
        <p:spPr>
          <a:xfrm>
            <a:off x="15163800" y="9715499"/>
            <a:ext cx="2895600"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endParaRPr lang="en-US" dirty="0">
              <a:solidFill>
                <a:srgbClr val="00667A"/>
              </a:solidFill>
              <a:latin typeface="Arial" panose="020B0604020202020204" pitchFamily="34" charset="0"/>
              <a:cs typeface="Arial" panose="020B0604020202020204" pitchFamily="34" charset="0"/>
            </a:endParaRPr>
          </a:p>
        </p:txBody>
      </p:sp>
      <p:sp>
        <p:nvSpPr>
          <p:cNvPr id="15" name="Footer Placeholder 9">
            <a:extLst>
              <a:ext uri="{FF2B5EF4-FFF2-40B4-BE49-F238E27FC236}">
                <a16:creationId xmlns:a16="http://schemas.microsoft.com/office/drawing/2014/main" id="{976232BB-FC90-084A-A77F-98BBE7BA4C6D}"/>
              </a:ext>
            </a:extLst>
          </p:cNvPr>
          <p:cNvSpPr>
            <a:spLocks noGrp="1"/>
          </p:cNvSpPr>
          <p:nvPr>
            <p:ph type="ftr" sz="quarter" idx="11"/>
          </p:nvPr>
        </p:nvSpPr>
        <p:spPr>
          <a:xfrm>
            <a:off x="533400" y="9715499"/>
            <a:ext cx="6019800" cy="442894"/>
          </a:xfrm>
        </p:spPr>
        <p:txBody>
          <a:bodyPr/>
          <a:lstStyle/>
          <a:p>
            <a:pPr algn="l"/>
            <a:r>
              <a:rPr lang="en-US" b="1" dirty="0">
                <a:solidFill>
                  <a:srgbClr val="00667A"/>
                </a:solidFill>
                <a:latin typeface="Arial" panose="020B0604020202020204" pitchFamily="34" charset="0"/>
                <a:cs typeface="Arial" panose="020B0604020202020204" pitchFamily="34" charset="0"/>
              </a:rPr>
              <a:t>ICTSAD507 </a:t>
            </a:r>
            <a:r>
              <a:rPr lang="en-US" dirty="0">
                <a:solidFill>
                  <a:srgbClr val="00667A"/>
                </a:solidFill>
                <a:latin typeface="Arial" panose="020B0604020202020204" pitchFamily="34" charset="0"/>
                <a:cs typeface="Arial" panose="020B0604020202020204" pitchFamily="34" charset="0"/>
              </a:rPr>
              <a:t>Design and implement quality assurance processes for business solutions </a:t>
            </a:r>
          </a:p>
        </p:txBody>
      </p:sp>
    </p:spTree>
    <p:extLst>
      <p:ext uri="{BB962C8B-B14F-4D97-AF65-F5344CB8AC3E}">
        <p14:creationId xmlns:p14="http://schemas.microsoft.com/office/powerpoint/2010/main" val="52114448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3"/>
          <p:cNvSpPr txBox="1"/>
          <p:nvPr/>
        </p:nvSpPr>
        <p:spPr>
          <a:xfrm>
            <a:off x="5603551" y="8746411"/>
            <a:ext cx="11716295" cy="717197"/>
          </a:xfrm>
          <a:prstGeom prst="rect">
            <a:avLst/>
          </a:prstGeom>
        </p:spPr>
        <p:txBody>
          <a:bodyPr lIns="0" tIns="0" rIns="0" bIns="0" rtlCol="0" anchor="t">
            <a:spAutoFit/>
          </a:bodyPr>
          <a:lstStyle/>
          <a:p>
            <a:pPr algn="r">
              <a:lnSpc>
                <a:spcPts val="5759"/>
              </a:lnSpc>
            </a:pPr>
            <a:r>
              <a:rPr lang="en-US" sz="4800" spc="192" dirty="0">
                <a:solidFill>
                  <a:srgbClr val="F4F8F3"/>
                </a:solidFill>
                <a:latin typeface="Montserrat Light"/>
              </a:rPr>
              <a:t>Topic 1: Insert topic title </a:t>
            </a:r>
          </a:p>
        </p:txBody>
      </p:sp>
      <p:grpSp>
        <p:nvGrpSpPr>
          <p:cNvPr id="5" name="Group 5"/>
          <p:cNvGrpSpPr/>
          <p:nvPr/>
        </p:nvGrpSpPr>
        <p:grpSpPr>
          <a:xfrm>
            <a:off x="1028700" y="446788"/>
            <a:ext cx="17244000" cy="220040"/>
            <a:chOff x="0" y="0"/>
            <a:chExt cx="23454501" cy="293386"/>
          </a:xfrm>
          <a:solidFill>
            <a:srgbClr val="00667A"/>
          </a:solidFill>
        </p:grpSpPr>
        <p:sp>
          <p:nvSpPr>
            <p:cNvPr id="6" name="AutoShape 6"/>
            <p:cNvSpPr/>
            <p:nvPr/>
          </p:nvSpPr>
          <p:spPr>
            <a:xfrm>
              <a:off x="0" y="125899"/>
              <a:ext cx="23454501" cy="27726"/>
            </a:xfrm>
            <a:prstGeom prst="rect">
              <a:avLst/>
            </a:prstGeom>
            <a:grpFill/>
          </p:spPr>
          <p:txBody>
            <a:bodyPr/>
            <a:lstStyle/>
            <a:p>
              <a:endParaRPr lang="en-US"/>
            </a:p>
          </p:txBody>
        </p:sp>
        <p:sp>
          <p:nvSpPr>
            <p:cNvPr id="7" name="AutoShape 7"/>
            <p:cNvSpPr/>
            <p:nvPr/>
          </p:nvSpPr>
          <p:spPr>
            <a:xfrm>
              <a:off x="0" y="13863"/>
              <a:ext cx="292033" cy="279524"/>
            </a:xfrm>
            <a:prstGeom prst="rect">
              <a:avLst/>
            </a:prstGeom>
            <a:grpFill/>
          </p:spPr>
          <p:txBody>
            <a:bodyPr/>
            <a:lstStyle/>
            <a:p>
              <a:endParaRPr lang="en-US"/>
            </a:p>
          </p:txBody>
        </p:sp>
        <p:sp>
          <p:nvSpPr>
            <p:cNvPr id="8" name="AutoShape 8"/>
            <p:cNvSpPr/>
            <p:nvPr/>
          </p:nvSpPr>
          <p:spPr>
            <a:xfrm>
              <a:off x="7770499" y="0"/>
              <a:ext cx="292033" cy="279524"/>
            </a:xfrm>
            <a:prstGeom prst="rect">
              <a:avLst/>
            </a:prstGeom>
            <a:grpFill/>
          </p:spPr>
          <p:txBody>
            <a:bodyPr/>
            <a:lstStyle/>
            <a:p>
              <a:endParaRPr lang="en-US"/>
            </a:p>
          </p:txBody>
        </p:sp>
        <p:sp>
          <p:nvSpPr>
            <p:cNvPr id="9" name="AutoShape 9"/>
            <p:cNvSpPr/>
            <p:nvPr/>
          </p:nvSpPr>
          <p:spPr>
            <a:xfrm>
              <a:off x="15540998" y="0"/>
              <a:ext cx="292033" cy="279524"/>
            </a:xfrm>
            <a:prstGeom prst="rect">
              <a:avLst/>
            </a:prstGeom>
            <a:grpFill/>
          </p:spPr>
          <p:txBody>
            <a:bodyPr/>
            <a:lstStyle/>
            <a:p>
              <a:endParaRPr lang="en-US"/>
            </a:p>
          </p:txBody>
        </p:sp>
      </p:grpSp>
      <p:sp>
        <p:nvSpPr>
          <p:cNvPr id="12" name="AutoShape 2">
            <a:extLst>
              <a:ext uri="{FF2B5EF4-FFF2-40B4-BE49-F238E27FC236}">
                <a16:creationId xmlns:a16="http://schemas.microsoft.com/office/drawing/2014/main" id="{54B605DE-63C5-4B19-89D4-FD69EFF21B44}"/>
              </a:ext>
            </a:extLst>
          </p:cNvPr>
          <p:cNvSpPr/>
          <p:nvPr/>
        </p:nvSpPr>
        <p:spPr>
          <a:xfrm>
            <a:off x="0" y="7886700"/>
            <a:ext cx="18288000" cy="1621070"/>
          </a:xfrm>
          <a:prstGeom prst="rect">
            <a:avLst/>
          </a:prstGeom>
          <a:solidFill>
            <a:srgbClr val="00667A"/>
          </a:solidFill>
        </p:spPr>
        <p:txBody>
          <a:bodyPr/>
          <a:lstStyle/>
          <a:p>
            <a:endParaRPr lang="en-AU"/>
          </a:p>
        </p:txBody>
      </p:sp>
      <p:sp>
        <p:nvSpPr>
          <p:cNvPr id="13" name="TextBox 3">
            <a:extLst>
              <a:ext uri="{FF2B5EF4-FFF2-40B4-BE49-F238E27FC236}">
                <a16:creationId xmlns:a16="http://schemas.microsoft.com/office/drawing/2014/main" id="{A31A0CE9-BF08-435F-8682-EFAE4D36D398}"/>
              </a:ext>
            </a:extLst>
          </p:cNvPr>
          <p:cNvSpPr txBox="1"/>
          <p:nvPr/>
        </p:nvSpPr>
        <p:spPr>
          <a:xfrm>
            <a:off x="990600" y="8325338"/>
            <a:ext cx="16745495" cy="697948"/>
          </a:xfrm>
          <a:prstGeom prst="rect">
            <a:avLst/>
          </a:prstGeom>
        </p:spPr>
        <p:txBody>
          <a:bodyPr wrap="square" lIns="0" tIns="0" rIns="0" bIns="0" rtlCol="0" anchor="t">
            <a:spAutoFit/>
          </a:bodyPr>
          <a:lstStyle/>
          <a:p>
            <a:pPr algn="r">
              <a:lnSpc>
                <a:spcPts val="5759"/>
              </a:lnSpc>
            </a:pPr>
            <a:r>
              <a:rPr lang="en-US" sz="4600" spc="192" dirty="0">
                <a:solidFill>
                  <a:schemeClr val="bg1"/>
                </a:solidFill>
                <a:latin typeface="Arial" panose="020B0604020202020204" pitchFamily="34" charset="0"/>
                <a:cs typeface="Arial" panose="020B0604020202020204" pitchFamily="34" charset="0"/>
              </a:rPr>
              <a:t>Topic 2: Developing quality policies and plans</a:t>
            </a:r>
          </a:p>
        </p:txBody>
      </p:sp>
      <p:sp>
        <p:nvSpPr>
          <p:cNvPr id="17" name="TextBox 4">
            <a:extLst>
              <a:ext uri="{FF2B5EF4-FFF2-40B4-BE49-F238E27FC236}">
                <a16:creationId xmlns:a16="http://schemas.microsoft.com/office/drawing/2014/main" id="{EAC90A64-36BA-4EF5-BA95-DA478EAEA9E6}"/>
              </a:ext>
            </a:extLst>
          </p:cNvPr>
          <p:cNvSpPr txBox="1"/>
          <p:nvPr/>
        </p:nvSpPr>
        <p:spPr>
          <a:xfrm>
            <a:off x="1028700" y="1676834"/>
            <a:ext cx="12687300" cy="2776401"/>
          </a:xfrm>
          <a:prstGeom prst="rect">
            <a:avLst/>
          </a:prstGeom>
        </p:spPr>
        <p:txBody>
          <a:bodyPr wrap="square" lIns="0" tIns="0" rIns="0" bIns="0" rtlCol="0" anchor="t">
            <a:spAutoFit/>
          </a:bodyPr>
          <a:lstStyle/>
          <a:p>
            <a:pPr>
              <a:lnSpc>
                <a:spcPct val="114000"/>
              </a:lnSpc>
              <a:spcBef>
                <a:spcPts val="600"/>
              </a:spcBef>
              <a:spcAft>
                <a:spcPts val="600"/>
              </a:spcAft>
            </a:pPr>
            <a:r>
              <a:rPr lang="en-US" sz="3200" b="1" spc="25" dirty="0">
                <a:solidFill>
                  <a:srgbClr val="00667A"/>
                </a:solidFill>
                <a:latin typeface="Arial" panose="020B0604020202020204" pitchFamily="34" charset="0"/>
                <a:cs typeface="Arial" panose="020B0604020202020204" pitchFamily="34" charset="0"/>
              </a:rPr>
              <a:t>STAFF SKILLS</a:t>
            </a:r>
          </a:p>
          <a:p>
            <a:pPr>
              <a:lnSpc>
                <a:spcPct val="114000"/>
              </a:lnSpc>
              <a:spcBef>
                <a:spcPts val="600"/>
              </a:spcBef>
              <a:spcAft>
                <a:spcPts val="600"/>
              </a:spcAft>
            </a:pPr>
            <a:r>
              <a:rPr lang="en-US" sz="3000" spc="25" dirty="0">
                <a:solidFill>
                  <a:srgbClr val="00667A"/>
                </a:solidFill>
                <a:latin typeface="Arial" panose="020B0604020202020204" pitchFamily="34" charset="0"/>
                <a:cs typeface="Arial" panose="020B0604020202020204" pitchFamily="34" charset="0"/>
              </a:rPr>
              <a:t>The roles and responsibilities for ensuring the implementation of a quality plan can range from senior executive positions who are responsible for ensuring that the quality management objectives are met, to staff responsible for the participation and engagement of standards of quality.</a:t>
            </a:r>
          </a:p>
        </p:txBody>
      </p:sp>
      <p:sp>
        <p:nvSpPr>
          <p:cNvPr id="14" name="Slide Number Placeholder 10">
            <a:extLst>
              <a:ext uri="{FF2B5EF4-FFF2-40B4-BE49-F238E27FC236}">
                <a16:creationId xmlns:a16="http://schemas.microsoft.com/office/drawing/2014/main" id="{5BC0C534-ADAF-D84D-81C8-2A1D2405EFB8}"/>
              </a:ext>
            </a:extLst>
          </p:cNvPr>
          <p:cNvSpPr txBox="1">
            <a:spLocks/>
          </p:cNvSpPr>
          <p:nvPr/>
        </p:nvSpPr>
        <p:spPr>
          <a:xfrm>
            <a:off x="17526000" y="164563"/>
            <a:ext cx="478452" cy="347857"/>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6F15528-21DE-4FAA-801E-634DDDAF4B2B}" type="slidenum">
              <a:rPr lang="en-US" b="1" smtClean="0">
                <a:solidFill>
                  <a:srgbClr val="31859C"/>
                </a:solidFill>
                <a:latin typeface="Arial" panose="020B0604020202020204" pitchFamily="34" charset="0"/>
                <a:cs typeface="Arial" panose="020B0604020202020204" pitchFamily="34" charset="0"/>
              </a:rPr>
              <a:pPr/>
              <a:t>31</a:t>
            </a:fld>
            <a:endParaRPr lang="en-US" b="1" dirty="0">
              <a:solidFill>
                <a:srgbClr val="31859C"/>
              </a:solidFill>
              <a:latin typeface="Arial" panose="020B0604020202020204" pitchFamily="34" charset="0"/>
              <a:cs typeface="Arial" panose="020B0604020202020204" pitchFamily="34" charset="0"/>
            </a:endParaRPr>
          </a:p>
        </p:txBody>
      </p:sp>
      <p:sp>
        <p:nvSpPr>
          <p:cNvPr id="16" name="Footer Placeholder 9">
            <a:extLst>
              <a:ext uri="{FF2B5EF4-FFF2-40B4-BE49-F238E27FC236}">
                <a16:creationId xmlns:a16="http://schemas.microsoft.com/office/drawing/2014/main" id="{91238751-4B41-A64D-9256-38165806A582}"/>
              </a:ext>
            </a:extLst>
          </p:cNvPr>
          <p:cNvSpPr txBox="1">
            <a:spLocks/>
          </p:cNvSpPr>
          <p:nvPr/>
        </p:nvSpPr>
        <p:spPr>
          <a:xfrm>
            <a:off x="15163800" y="9715499"/>
            <a:ext cx="2895600"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endParaRPr lang="en-US" dirty="0">
              <a:solidFill>
                <a:srgbClr val="00667A"/>
              </a:solidFill>
              <a:latin typeface="Arial" panose="020B0604020202020204" pitchFamily="34" charset="0"/>
              <a:cs typeface="Arial" panose="020B0604020202020204" pitchFamily="34" charset="0"/>
            </a:endParaRPr>
          </a:p>
        </p:txBody>
      </p:sp>
      <p:sp>
        <p:nvSpPr>
          <p:cNvPr id="15" name="Footer Placeholder 9">
            <a:extLst>
              <a:ext uri="{FF2B5EF4-FFF2-40B4-BE49-F238E27FC236}">
                <a16:creationId xmlns:a16="http://schemas.microsoft.com/office/drawing/2014/main" id="{976232BB-FC90-084A-A77F-98BBE7BA4C6D}"/>
              </a:ext>
            </a:extLst>
          </p:cNvPr>
          <p:cNvSpPr>
            <a:spLocks noGrp="1"/>
          </p:cNvSpPr>
          <p:nvPr>
            <p:ph type="ftr" sz="quarter" idx="11"/>
          </p:nvPr>
        </p:nvSpPr>
        <p:spPr>
          <a:xfrm>
            <a:off x="533400" y="9715499"/>
            <a:ext cx="6019800" cy="442894"/>
          </a:xfrm>
        </p:spPr>
        <p:txBody>
          <a:bodyPr/>
          <a:lstStyle/>
          <a:p>
            <a:pPr algn="l"/>
            <a:r>
              <a:rPr lang="en-US" b="1" dirty="0">
                <a:solidFill>
                  <a:srgbClr val="00667A"/>
                </a:solidFill>
                <a:latin typeface="Arial" panose="020B0604020202020204" pitchFamily="34" charset="0"/>
                <a:cs typeface="Arial" panose="020B0604020202020204" pitchFamily="34" charset="0"/>
              </a:rPr>
              <a:t>ICTSAD507 </a:t>
            </a:r>
            <a:r>
              <a:rPr lang="en-US" dirty="0">
                <a:solidFill>
                  <a:srgbClr val="00667A"/>
                </a:solidFill>
                <a:latin typeface="Arial" panose="020B0604020202020204" pitchFamily="34" charset="0"/>
                <a:cs typeface="Arial" panose="020B0604020202020204" pitchFamily="34" charset="0"/>
              </a:rPr>
              <a:t>Design and implement quality assurance processes for business solutions </a:t>
            </a:r>
          </a:p>
        </p:txBody>
      </p:sp>
    </p:spTree>
    <p:extLst>
      <p:ext uri="{BB962C8B-B14F-4D97-AF65-F5344CB8AC3E}">
        <p14:creationId xmlns:p14="http://schemas.microsoft.com/office/powerpoint/2010/main" val="245260846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rgbClr val="00667A"/>
        </a:solidFill>
        <a:effectLst/>
      </p:bgPr>
    </p:bg>
    <p:spTree>
      <p:nvGrpSpPr>
        <p:cNvPr id="1" name=""/>
        <p:cNvGrpSpPr/>
        <p:nvPr/>
      </p:nvGrpSpPr>
      <p:grpSpPr>
        <a:xfrm>
          <a:off x="0" y="0"/>
          <a:ext cx="0" cy="0"/>
          <a:chOff x="0" y="0"/>
          <a:chExt cx="0" cy="0"/>
        </a:xfrm>
      </p:grpSpPr>
      <p:sp>
        <p:nvSpPr>
          <p:cNvPr id="2" name="AutoShape 2"/>
          <p:cNvSpPr/>
          <p:nvPr/>
        </p:nvSpPr>
        <p:spPr>
          <a:xfrm>
            <a:off x="0" y="7886700"/>
            <a:ext cx="18288000" cy="1621070"/>
          </a:xfrm>
          <a:prstGeom prst="rect">
            <a:avLst/>
          </a:prstGeom>
          <a:solidFill>
            <a:schemeClr val="bg1"/>
          </a:solidFill>
        </p:spPr>
        <p:txBody>
          <a:bodyPr/>
          <a:lstStyle/>
          <a:p>
            <a:endParaRPr lang="en-US"/>
          </a:p>
        </p:txBody>
      </p:sp>
      <p:sp>
        <p:nvSpPr>
          <p:cNvPr id="3" name="TextBox 3"/>
          <p:cNvSpPr txBox="1"/>
          <p:nvPr/>
        </p:nvSpPr>
        <p:spPr>
          <a:xfrm>
            <a:off x="990600" y="8325338"/>
            <a:ext cx="16745495" cy="697948"/>
          </a:xfrm>
          <a:prstGeom prst="rect">
            <a:avLst/>
          </a:prstGeom>
        </p:spPr>
        <p:txBody>
          <a:bodyPr wrap="square" lIns="0" tIns="0" rIns="0" bIns="0" rtlCol="0" anchor="t">
            <a:spAutoFit/>
          </a:bodyPr>
          <a:lstStyle/>
          <a:p>
            <a:pPr algn="r">
              <a:lnSpc>
                <a:spcPts val="5759"/>
              </a:lnSpc>
            </a:pPr>
            <a:r>
              <a:rPr lang="en-US" sz="4600" spc="192" dirty="0">
                <a:solidFill>
                  <a:srgbClr val="00667A"/>
                </a:solidFill>
                <a:latin typeface="Arial" panose="020B0604020202020204" pitchFamily="34" charset="0"/>
                <a:cs typeface="Arial" panose="020B0604020202020204" pitchFamily="34" charset="0"/>
              </a:rPr>
              <a:t>Topic 2: Developing quality policies and plans</a:t>
            </a:r>
          </a:p>
        </p:txBody>
      </p:sp>
      <p:sp>
        <p:nvSpPr>
          <p:cNvPr id="4" name="TextBox 4"/>
          <p:cNvSpPr txBox="1"/>
          <p:nvPr/>
        </p:nvSpPr>
        <p:spPr>
          <a:xfrm>
            <a:off x="2209800" y="1676834"/>
            <a:ext cx="14935200" cy="2250103"/>
          </a:xfrm>
          <a:prstGeom prst="rect">
            <a:avLst/>
          </a:prstGeom>
        </p:spPr>
        <p:txBody>
          <a:bodyPr wrap="square" lIns="0" tIns="0" rIns="0" bIns="0" rtlCol="0" anchor="t">
            <a:spAutoFit/>
          </a:bodyPr>
          <a:lstStyle/>
          <a:p>
            <a:pPr>
              <a:lnSpc>
                <a:spcPct val="114000"/>
              </a:lnSpc>
              <a:spcBef>
                <a:spcPts val="600"/>
              </a:spcBef>
              <a:spcAft>
                <a:spcPts val="600"/>
              </a:spcAft>
            </a:pPr>
            <a:r>
              <a:rPr lang="en-US" sz="3200" b="1" spc="200" dirty="0">
                <a:solidFill>
                  <a:schemeClr val="bg1"/>
                </a:solidFill>
                <a:latin typeface="Arial" panose="020B0604020202020204" pitchFamily="34" charset="0"/>
                <a:cs typeface="Arial" panose="020B0604020202020204" pitchFamily="34" charset="0"/>
              </a:rPr>
              <a:t>ACTIVITY: PROJECT</a:t>
            </a:r>
            <a:endParaRPr lang="en-US" sz="2500" b="1" spc="200" dirty="0">
              <a:solidFill>
                <a:schemeClr val="bg1"/>
              </a:solidFill>
              <a:latin typeface="Arial" panose="020B0604020202020204" pitchFamily="34" charset="0"/>
              <a:cs typeface="Arial" panose="020B0604020202020204" pitchFamily="34" charset="0"/>
            </a:endParaRPr>
          </a:p>
          <a:p>
            <a:pPr>
              <a:lnSpc>
                <a:spcPct val="114000"/>
              </a:lnSpc>
              <a:spcBef>
                <a:spcPts val="600"/>
              </a:spcBef>
              <a:spcAft>
                <a:spcPts val="600"/>
              </a:spcAft>
            </a:pPr>
            <a:r>
              <a:rPr lang="en-US" sz="3000" spc="25" dirty="0">
                <a:solidFill>
                  <a:schemeClr val="bg1"/>
                </a:solidFill>
                <a:latin typeface="Arial" panose="020B0604020202020204" pitchFamily="34" charset="0"/>
                <a:cs typeface="Arial" panose="020B0604020202020204" pitchFamily="34" charset="0"/>
              </a:rPr>
              <a:t>Hold a meeting and discuss your skills. For each area, list down the skills that the team has to cover the requirements. Allocate at least six key quality tasks and functions for each team member.</a:t>
            </a:r>
          </a:p>
        </p:txBody>
      </p:sp>
      <p:grpSp>
        <p:nvGrpSpPr>
          <p:cNvPr id="17" name="Group 16">
            <a:extLst>
              <a:ext uri="{FF2B5EF4-FFF2-40B4-BE49-F238E27FC236}">
                <a16:creationId xmlns:a16="http://schemas.microsoft.com/office/drawing/2014/main" id="{9BC53F16-C04B-4406-BBF9-D518BC5BACFE}"/>
              </a:ext>
            </a:extLst>
          </p:cNvPr>
          <p:cNvGrpSpPr/>
          <p:nvPr/>
        </p:nvGrpSpPr>
        <p:grpSpPr>
          <a:xfrm>
            <a:off x="1028700" y="495300"/>
            <a:ext cx="17259300" cy="218203"/>
            <a:chOff x="1028700" y="723900"/>
            <a:chExt cx="17259300" cy="218203"/>
          </a:xfrm>
          <a:solidFill>
            <a:schemeClr val="bg1"/>
          </a:solidFill>
        </p:grpSpPr>
        <p:sp>
          <p:nvSpPr>
            <p:cNvPr id="6" name="AutoShape 6"/>
            <p:cNvSpPr/>
            <p:nvPr/>
          </p:nvSpPr>
          <p:spPr>
            <a:xfrm>
              <a:off x="1044000" y="826884"/>
              <a:ext cx="17244000" cy="20795"/>
            </a:xfrm>
            <a:prstGeom prst="rect">
              <a:avLst/>
            </a:prstGeom>
            <a:grpFill/>
          </p:spPr>
          <p:txBody>
            <a:bodyPr/>
            <a:lstStyle/>
            <a:p>
              <a:endParaRPr lang="en-US"/>
            </a:p>
          </p:txBody>
        </p:sp>
        <p:sp>
          <p:nvSpPr>
            <p:cNvPr id="7" name="AutoShape 7"/>
            <p:cNvSpPr/>
            <p:nvPr/>
          </p:nvSpPr>
          <p:spPr>
            <a:xfrm>
              <a:off x="1028700" y="723900"/>
              <a:ext cx="219025" cy="209643"/>
            </a:xfrm>
            <a:prstGeom prst="rect">
              <a:avLst/>
            </a:prstGeom>
            <a:grpFill/>
          </p:spPr>
          <p:txBody>
            <a:bodyPr/>
            <a:lstStyle/>
            <a:p>
              <a:endParaRPr lang="en-US"/>
            </a:p>
          </p:txBody>
        </p:sp>
        <p:sp>
          <p:nvSpPr>
            <p:cNvPr id="8" name="AutoShape 8"/>
            <p:cNvSpPr/>
            <p:nvPr/>
          </p:nvSpPr>
          <p:spPr>
            <a:xfrm>
              <a:off x="6856574" y="732460"/>
              <a:ext cx="219025" cy="209643"/>
            </a:xfrm>
            <a:prstGeom prst="rect">
              <a:avLst/>
            </a:prstGeom>
            <a:grpFill/>
          </p:spPr>
          <p:txBody>
            <a:bodyPr/>
            <a:lstStyle/>
            <a:p>
              <a:endParaRPr lang="en-US"/>
            </a:p>
          </p:txBody>
        </p:sp>
        <p:sp>
          <p:nvSpPr>
            <p:cNvPr id="9" name="AutoShape 9"/>
            <p:cNvSpPr/>
            <p:nvPr/>
          </p:nvSpPr>
          <p:spPr>
            <a:xfrm>
              <a:off x="12684448" y="732460"/>
              <a:ext cx="219025" cy="209643"/>
            </a:xfrm>
            <a:prstGeom prst="rect">
              <a:avLst/>
            </a:prstGeom>
            <a:grpFill/>
          </p:spPr>
          <p:txBody>
            <a:bodyPr/>
            <a:lstStyle/>
            <a:p>
              <a:endParaRPr lang="en-US"/>
            </a:p>
          </p:txBody>
        </p:sp>
      </p:grpSp>
      <p:pic>
        <p:nvPicPr>
          <p:cNvPr id="12" name="Graphic 11" descr="Head with gears">
            <a:extLst>
              <a:ext uri="{FF2B5EF4-FFF2-40B4-BE49-F238E27FC236}">
                <a16:creationId xmlns:a16="http://schemas.microsoft.com/office/drawing/2014/main" id="{24660D36-8AF2-4286-AAA9-78D28F426CF7}"/>
              </a:ext>
            </a:extLst>
          </p:cNvPr>
          <p:cNvPicPr>
            <a:picLocks noChangeAspect="1"/>
          </p:cNvPicPr>
          <p:nvPr/>
        </p:nvPicPr>
        <p:blipFill>
          <a:blip r:embed="rId3">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flipH="1">
            <a:off x="643741" y="1676834"/>
            <a:ext cx="1207968" cy="1207968"/>
          </a:xfrm>
          <a:prstGeom prst="rect">
            <a:avLst/>
          </a:prstGeom>
        </p:spPr>
      </p:pic>
      <p:sp>
        <p:nvSpPr>
          <p:cNvPr id="18" name="Footer Placeholder 9">
            <a:extLst>
              <a:ext uri="{FF2B5EF4-FFF2-40B4-BE49-F238E27FC236}">
                <a16:creationId xmlns:a16="http://schemas.microsoft.com/office/drawing/2014/main" id="{28DCC937-298F-458D-B2D1-4B0524F6D728}"/>
              </a:ext>
            </a:extLst>
          </p:cNvPr>
          <p:cNvSpPr txBox="1">
            <a:spLocks/>
          </p:cNvSpPr>
          <p:nvPr/>
        </p:nvSpPr>
        <p:spPr>
          <a:xfrm>
            <a:off x="15163800" y="9715499"/>
            <a:ext cx="2895600"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endParaRPr lang="en-US" dirty="0">
              <a:solidFill>
                <a:schemeClr val="bg1"/>
              </a:solidFill>
              <a:latin typeface="Arial" panose="020B0604020202020204" pitchFamily="34" charset="0"/>
              <a:cs typeface="Arial" panose="020B0604020202020204" pitchFamily="34" charset="0"/>
            </a:endParaRPr>
          </a:p>
        </p:txBody>
      </p:sp>
      <p:sp>
        <p:nvSpPr>
          <p:cNvPr id="14" name="Slide Number Placeholder 10">
            <a:extLst>
              <a:ext uri="{FF2B5EF4-FFF2-40B4-BE49-F238E27FC236}">
                <a16:creationId xmlns:a16="http://schemas.microsoft.com/office/drawing/2014/main" id="{2CC8EE72-4EB2-A843-A602-EEAF09A8A808}"/>
              </a:ext>
            </a:extLst>
          </p:cNvPr>
          <p:cNvSpPr txBox="1">
            <a:spLocks/>
          </p:cNvSpPr>
          <p:nvPr/>
        </p:nvSpPr>
        <p:spPr>
          <a:xfrm>
            <a:off x="17526000" y="164563"/>
            <a:ext cx="478452" cy="347857"/>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6F15528-21DE-4FAA-801E-634DDDAF4B2B}" type="slidenum">
              <a:rPr lang="en-US" smtClean="0">
                <a:solidFill>
                  <a:schemeClr val="bg1"/>
                </a:solidFill>
                <a:latin typeface="Arial" panose="020B0604020202020204" pitchFamily="34" charset="0"/>
                <a:cs typeface="Arial" panose="020B0604020202020204" pitchFamily="34" charset="0"/>
              </a:rPr>
              <a:pPr/>
              <a:t>32</a:t>
            </a:fld>
            <a:endParaRPr lang="en-US" dirty="0">
              <a:solidFill>
                <a:schemeClr val="bg1"/>
              </a:solidFill>
              <a:latin typeface="Arial" panose="020B0604020202020204" pitchFamily="34" charset="0"/>
              <a:cs typeface="Arial" panose="020B0604020202020204" pitchFamily="34" charset="0"/>
            </a:endParaRPr>
          </a:p>
        </p:txBody>
      </p:sp>
      <p:sp>
        <p:nvSpPr>
          <p:cNvPr id="16" name="Footer Placeholder 9">
            <a:extLst>
              <a:ext uri="{FF2B5EF4-FFF2-40B4-BE49-F238E27FC236}">
                <a16:creationId xmlns:a16="http://schemas.microsoft.com/office/drawing/2014/main" id="{AB9BE680-5A93-6744-9278-BEC84DF3AC8D}"/>
              </a:ext>
            </a:extLst>
          </p:cNvPr>
          <p:cNvSpPr>
            <a:spLocks noGrp="1"/>
          </p:cNvSpPr>
          <p:nvPr>
            <p:ph type="ftr" sz="quarter" idx="11"/>
          </p:nvPr>
        </p:nvSpPr>
        <p:spPr>
          <a:xfrm>
            <a:off x="533400" y="9715499"/>
            <a:ext cx="6019800" cy="442894"/>
          </a:xfrm>
        </p:spPr>
        <p:txBody>
          <a:bodyPr/>
          <a:lstStyle/>
          <a:p>
            <a:pPr algn="l"/>
            <a:r>
              <a:rPr lang="en-US" b="1" dirty="0">
                <a:solidFill>
                  <a:schemeClr val="bg1"/>
                </a:solidFill>
                <a:latin typeface="Arial" panose="020B0604020202020204" pitchFamily="34" charset="0"/>
                <a:cs typeface="Arial" panose="020B0604020202020204" pitchFamily="34" charset="0"/>
              </a:rPr>
              <a:t>ICTSAD507 </a:t>
            </a:r>
            <a:r>
              <a:rPr lang="en-US" dirty="0">
                <a:solidFill>
                  <a:schemeClr val="bg1"/>
                </a:solidFill>
                <a:latin typeface="Arial" panose="020B0604020202020204" pitchFamily="34" charset="0"/>
                <a:cs typeface="Arial" panose="020B0604020202020204" pitchFamily="34" charset="0"/>
              </a:rPr>
              <a:t>Design and implement quality assurance processes for business solutions </a:t>
            </a:r>
          </a:p>
        </p:txBody>
      </p:sp>
    </p:spTree>
    <p:extLst>
      <p:ext uri="{BB962C8B-B14F-4D97-AF65-F5344CB8AC3E}">
        <p14:creationId xmlns:p14="http://schemas.microsoft.com/office/powerpoint/2010/main" val="368143079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rgbClr val="00667A"/>
        </a:solidFill>
        <a:effectLst/>
      </p:bgPr>
    </p:bg>
    <p:spTree>
      <p:nvGrpSpPr>
        <p:cNvPr id="1" name=""/>
        <p:cNvGrpSpPr/>
        <p:nvPr/>
      </p:nvGrpSpPr>
      <p:grpSpPr>
        <a:xfrm>
          <a:off x="0" y="0"/>
          <a:ext cx="0" cy="0"/>
          <a:chOff x="0" y="0"/>
          <a:chExt cx="0" cy="0"/>
        </a:xfrm>
      </p:grpSpPr>
      <p:sp>
        <p:nvSpPr>
          <p:cNvPr id="2" name="AutoShape 2"/>
          <p:cNvSpPr/>
          <p:nvPr/>
        </p:nvSpPr>
        <p:spPr>
          <a:xfrm>
            <a:off x="0" y="7886700"/>
            <a:ext cx="18288000" cy="1621070"/>
          </a:xfrm>
          <a:prstGeom prst="rect">
            <a:avLst/>
          </a:prstGeom>
          <a:solidFill>
            <a:schemeClr val="bg1"/>
          </a:solidFill>
        </p:spPr>
        <p:txBody>
          <a:bodyPr/>
          <a:lstStyle/>
          <a:p>
            <a:endParaRPr lang="en-US"/>
          </a:p>
        </p:txBody>
      </p:sp>
      <p:sp>
        <p:nvSpPr>
          <p:cNvPr id="3" name="TextBox 3"/>
          <p:cNvSpPr txBox="1"/>
          <p:nvPr/>
        </p:nvSpPr>
        <p:spPr>
          <a:xfrm>
            <a:off x="990600" y="8325338"/>
            <a:ext cx="16745495" cy="697948"/>
          </a:xfrm>
          <a:prstGeom prst="rect">
            <a:avLst/>
          </a:prstGeom>
        </p:spPr>
        <p:txBody>
          <a:bodyPr wrap="square" lIns="0" tIns="0" rIns="0" bIns="0" rtlCol="0" anchor="t">
            <a:spAutoFit/>
          </a:bodyPr>
          <a:lstStyle/>
          <a:p>
            <a:pPr algn="r">
              <a:lnSpc>
                <a:spcPts val="5759"/>
              </a:lnSpc>
            </a:pPr>
            <a:r>
              <a:rPr lang="en-US" sz="4600" spc="192" dirty="0">
                <a:solidFill>
                  <a:srgbClr val="00667A"/>
                </a:solidFill>
                <a:latin typeface="Arial" panose="020B0604020202020204" pitchFamily="34" charset="0"/>
                <a:cs typeface="Arial" panose="020B0604020202020204" pitchFamily="34" charset="0"/>
              </a:rPr>
              <a:t>Topic 2: Developing quality policies and plans</a:t>
            </a:r>
          </a:p>
        </p:txBody>
      </p:sp>
      <p:sp>
        <p:nvSpPr>
          <p:cNvPr id="4" name="TextBox 4"/>
          <p:cNvSpPr txBox="1"/>
          <p:nvPr/>
        </p:nvSpPr>
        <p:spPr>
          <a:xfrm>
            <a:off x="2209800" y="1676834"/>
            <a:ext cx="14935200" cy="1197507"/>
          </a:xfrm>
          <a:prstGeom prst="rect">
            <a:avLst/>
          </a:prstGeom>
        </p:spPr>
        <p:txBody>
          <a:bodyPr wrap="square" lIns="0" tIns="0" rIns="0" bIns="0" rtlCol="0" anchor="t">
            <a:spAutoFit/>
          </a:bodyPr>
          <a:lstStyle/>
          <a:p>
            <a:pPr>
              <a:lnSpc>
                <a:spcPct val="114000"/>
              </a:lnSpc>
              <a:spcBef>
                <a:spcPts val="600"/>
              </a:spcBef>
              <a:spcAft>
                <a:spcPts val="600"/>
              </a:spcAft>
            </a:pPr>
            <a:r>
              <a:rPr lang="en-US" sz="3200" b="1" spc="200" dirty="0">
                <a:solidFill>
                  <a:schemeClr val="bg1"/>
                </a:solidFill>
                <a:latin typeface="Arial" panose="020B0604020202020204" pitchFamily="34" charset="0"/>
                <a:cs typeface="Arial" panose="020B0604020202020204" pitchFamily="34" charset="0"/>
              </a:rPr>
              <a:t>ACTIVITY: REPORT</a:t>
            </a:r>
            <a:endParaRPr lang="en-US" sz="2500" b="1" spc="200" dirty="0">
              <a:solidFill>
                <a:schemeClr val="bg1"/>
              </a:solidFill>
              <a:latin typeface="Arial" panose="020B0604020202020204" pitchFamily="34" charset="0"/>
              <a:cs typeface="Arial" panose="020B0604020202020204" pitchFamily="34" charset="0"/>
            </a:endParaRPr>
          </a:p>
          <a:p>
            <a:pPr>
              <a:lnSpc>
                <a:spcPct val="114000"/>
              </a:lnSpc>
              <a:spcBef>
                <a:spcPts val="600"/>
              </a:spcBef>
              <a:spcAft>
                <a:spcPts val="600"/>
              </a:spcAft>
            </a:pPr>
            <a:r>
              <a:rPr lang="en-US" sz="3000" spc="25" dirty="0">
                <a:solidFill>
                  <a:schemeClr val="bg1"/>
                </a:solidFill>
                <a:latin typeface="Arial" panose="020B0604020202020204" pitchFamily="34" charset="0"/>
                <a:cs typeface="Arial" panose="020B0604020202020204" pitchFamily="34" charset="0"/>
              </a:rPr>
              <a:t>You are to write a quality policy and create a quality management plan.</a:t>
            </a:r>
          </a:p>
        </p:txBody>
      </p:sp>
      <p:grpSp>
        <p:nvGrpSpPr>
          <p:cNvPr id="17" name="Group 16">
            <a:extLst>
              <a:ext uri="{FF2B5EF4-FFF2-40B4-BE49-F238E27FC236}">
                <a16:creationId xmlns:a16="http://schemas.microsoft.com/office/drawing/2014/main" id="{9BC53F16-C04B-4406-BBF9-D518BC5BACFE}"/>
              </a:ext>
            </a:extLst>
          </p:cNvPr>
          <p:cNvGrpSpPr/>
          <p:nvPr/>
        </p:nvGrpSpPr>
        <p:grpSpPr>
          <a:xfrm>
            <a:off x="1028700" y="495300"/>
            <a:ext cx="17259300" cy="218203"/>
            <a:chOff x="1028700" y="723900"/>
            <a:chExt cx="17259300" cy="218203"/>
          </a:xfrm>
          <a:solidFill>
            <a:schemeClr val="bg1"/>
          </a:solidFill>
        </p:grpSpPr>
        <p:sp>
          <p:nvSpPr>
            <p:cNvPr id="6" name="AutoShape 6"/>
            <p:cNvSpPr/>
            <p:nvPr/>
          </p:nvSpPr>
          <p:spPr>
            <a:xfrm>
              <a:off x="1044000" y="826884"/>
              <a:ext cx="17244000" cy="20795"/>
            </a:xfrm>
            <a:prstGeom prst="rect">
              <a:avLst/>
            </a:prstGeom>
            <a:grpFill/>
          </p:spPr>
          <p:txBody>
            <a:bodyPr/>
            <a:lstStyle/>
            <a:p>
              <a:endParaRPr lang="en-US"/>
            </a:p>
          </p:txBody>
        </p:sp>
        <p:sp>
          <p:nvSpPr>
            <p:cNvPr id="7" name="AutoShape 7"/>
            <p:cNvSpPr/>
            <p:nvPr/>
          </p:nvSpPr>
          <p:spPr>
            <a:xfrm>
              <a:off x="1028700" y="723900"/>
              <a:ext cx="219025" cy="209643"/>
            </a:xfrm>
            <a:prstGeom prst="rect">
              <a:avLst/>
            </a:prstGeom>
            <a:grpFill/>
          </p:spPr>
          <p:txBody>
            <a:bodyPr/>
            <a:lstStyle/>
            <a:p>
              <a:endParaRPr lang="en-US"/>
            </a:p>
          </p:txBody>
        </p:sp>
        <p:sp>
          <p:nvSpPr>
            <p:cNvPr id="8" name="AutoShape 8"/>
            <p:cNvSpPr/>
            <p:nvPr/>
          </p:nvSpPr>
          <p:spPr>
            <a:xfrm>
              <a:off x="6856574" y="732460"/>
              <a:ext cx="219025" cy="209643"/>
            </a:xfrm>
            <a:prstGeom prst="rect">
              <a:avLst/>
            </a:prstGeom>
            <a:grpFill/>
          </p:spPr>
          <p:txBody>
            <a:bodyPr/>
            <a:lstStyle/>
            <a:p>
              <a:endParaRPr lang="en-US"/>
            </a:p>
          </p:txBody>
        </p:sp>
        <p:sp>
          <p:nvSpPr>
            <p:cNvPr id="9" name="AutoShape 9"/>
            <p:cNvSpPr/>
            <p:nvPr/>
          </p:nvSpPr>
          <p:spPr>
            <a:xfrm>
              <a:off x="12684448" y="732460"/>
              <a:ext cx="219025" cy="209643"/>
            </a:xfrm>
            <a:prstGeom prst="rect">
              <a:avLst/>
            </a:prstGeom>
            <a:grpFill/>
          </p:spPr>
          <p:txBody>
            <a:bodyPr/>
            <a:lstStyle/>
            <a:p>
              <a:endParaRPr lang="en-US"/>
            </a:p>
          </p:txBody>
        </p:sp>
      </p:grpSp>
      <p:pic>
        <p:nvPicPr>
          <p:cNvPr id="12" name="Graphic 11" descr="Head with gears">
            <a:extLst>
              <a:ext uri="{FF2B5EF4-FFF2-40B4-BE49-F238E27FC236}">
                <a16:creationId xmlns:a16="http://schemas.microsoft.com/office/drawing/2014/main" id="{24660D36-8AF2-4286-AAA9-78D28F426CF7}"/>
              </a:ext>
            </a:extLst>
          </p:cNvPr>
          <p:cNvPicPr>
            <a:picLocks noChangeAspect="1"/>
          </p:cNvPicPr>
          <p:nvPr/>
        </p:nvPicPr>
        <p:blipFill>
          <a:blip r:embed="rId3">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flipH="1">
            <a:off x="643741" y="1676834"/>
            <a:ext cx="1207968" cy="1207968"/>
          </a:xfrm>
          <a:prstGeom prst="rect">
            <a:avLst/>
          </a:prstGeom>
        </p:spPr>
      </p:pic>
      <p:sp>
        <p:nvSpPr>
          <p:cNvPr id="18" name="Footer Placeholder 9">
            <a:extLst>
              <a:ext uri="{FF2B5EF4-FFF2-40B4-BE49-F238E27FC236}">
                <a16:creationId xmlns:a16="http://schemas.microsoft.com/office/drawing/2014/main" id="{28DCC937-298F-458D-B2D1-4B0524F6D728}"/>
              </a:ext>
            </a:extLst>
          </p:cNvPr>
          <p:cNvSpPr txBox="1">
            <a:spLocks/>
          </p:cNvSpPr>
          <p:nvPr/>
        </p:nvSpPr>
        <p:spPr>
          <a:xfrm>
            <a:off x="15163800" y="9715499"/>
            <a:ext cx="2895600"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endParaRPr lang="en-US" dirty="0">
              <a:solidFill>
                <a:schemeClr val="bg1"/>
              </a:solidFill>
              <a:latin typeface="Arial" panose="020B0604020202020204" pitchFamily="34" charset="0"/>
              <a:cs typeface="Arial" panose="020B0604020202020204" pitchFamily="34" charset="0"/>
            </a:endParaRPr>
          </a:p>
        </p:txBody>
      </p:sp>
      <p:sp>
        <p:nvSpPr>
          <p:cNvPr id="14" name="Slide Number Placeholder 10">
            <a:extLst>
              <a:ext uri="{FF2B5EF4-FFF2-40B4-BE49-F238E27FC236}">
                <a16:creationId xmlns:a16="http://schemas.microsoft.com/office/drawing/2014/main" id="{2CC8EE72-4EB2-A843-A602-EEAF09A8A808}"/>
              </a:ext>
            </a:extLst>
          </p:cNvPr>
          <p:cNvSpPr txBox="1">
            <a:spLocks/>
          </p:cNvSpPr>
          <p:nvPr/>
        </p:nvSpPr>
        <p:spPr>
          <a:xfrm>
            <a:off x="17526000" y="164563"/>
            <a:ext cx="478452" cy="347857"/>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6F15528-21DE-4FAA-801E-634DDDAF4B2B}" type="slidenum">
              <a:rPr lang="en-US" smtClean="0">
                <a:solidFill>
                  <a:schemeClr val="bg1"/>
                </a:solidFill>
                <a:latin typeface="Arial" panose="020B0604020202020204" pitchFamily="34" charset="0"/>
                <a:cs typeface="Arial" panose="020B0604020202020204" pitchFamily="34" charset="0"/>
              </a:rPr>
              <a:pPr/>
              <a:t>33</a:t>
            </a:fld>
            <a:endParaRPr lang="en-US" dirty="0">
              <a:solidFill>
                <a:schemeClr val="bg1"/>
              </a:solidFill>
              <a:latin typeface="Arial" panose="020B0604020202020204" pitchFamily="34" charset="0"/>
              <a:cs typeface="Arial" panose="020B0604020202020204" pitchFamily="34" charset="0"/>
            </a:endParaRPr>
          </a:p>
        </p:txBody>
      </p:sp>
      <p:sp>
        <p:nvSpPr>
          <p:cNvPr id="16" name="Footer Placeholder 9">
            <a:extLst>
              <a:ext uri="{FF2B5EF4-FFF2-40B4-BE49-F238E27FC236}">
                <a16:creationId xmlns:a16="http://schemas.microsoft.com/office/drawing/2014/main" id="{AB9BE680-5A93-6744-9278-BEC84DF3AC8D}"/>
              </a:ext>
            </a:extLst>
          </p:cNvPr>
          <p:cNvSpPr>
            <a:spLocks noGrp="1"/>
          </p:cNvSpPr>
          <p:nvPr>
            <p:ph type="ftr" sz="quarter" idx="11"/>
          </p:nvPr>
        </p:nvSpPr>
        <p:spPr>
          <a:xfrm>
            <a:off x="533400" y="9715499"/>
            <a:ext cx="6019800" cy="442894"/>
          </a:xfrm>
        </p:spPr>
        <p:txBody>
          <a:bodyPr/>
          <a:lstStyle/>
          <a:p>
            <a:pPr algn="l"/>
            <a:r>
              <a:rPr lang="en-US" b="1" dirty="0">
                <a:solidFill>
                  <a:schemeClr val="bg1"/>
                </a:solidFill>
                <a:latin typeface="Arial" panose="020B0604020202020204" pitchFamily="34" charset="0"/>
                <a:cs typeface="Arial" panose="020B0604020202020204" pitchFamily="34" charset="0"/>
              </a:rPr>
              <a:t>ICTSAD507 </a:t>
            </a:r>
            <a:r>
              <a:rPr lang="en-US" dirty="0">
                <a:solidFill>
                  <a:schemeClr val="bg1"/>
                </a:solidFill>
                <a:latin typeface="Arial" panose="020B0604020202020204" pitchFamily="34" charset="0"/>
                <a:cs typeface="Arial" panose="020B0604020202020204" pitchFamily="34" charset="0"/>
              </a:rPr>
              <a:t>Design and implement quality assurance processes for business solutions </a:t>
            </a:r>
          </a:p>
        </p:txBody>
      </p:sp>
    </p:spTree>
    <p:extLst>
      <p:ext uri="{BB962C8B-B14F-4D97-AF65-F5344CB8AC3E}">
        <p14:creationId xmlns:p14="http://schemas.microsoft.com/office/powerpoint/2010/main" val="140720975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AutoShape 2"/>
          <p:cNvSpPr/>
          <p:nvPr/>
        </p:nvSpPr>
        <p:spPr>
          <a:xfrm>
            <a:off x="0" y="1290497"/>
            <a:ext cx="18288000" cy="8196478"/>
          </a:xfrm>
          <a:prstGeom prst="rect">
            <a:avLst/>
          </a:prstGeom>
          <a:solidFill>
            <a:srgbClr val="00667A"/>
          </a:solidFill>
        </p:spPr>
        <p:txBody>
          <a:bodyPr/>
          <a:lstStyle/>
          <a:p>
            <a:endParaRPr lang="en-US"/>
          </a:p>
        </p:txBody>
      </p:sp>
      <p:sp>
        <p:nvSpPr>
          <p:cNvPr id="3" name="TextBox 3"/>
          <p:cNvSpPr txBox="1"/>
          <p:nvPr/>
        </p:nvSpPr>
        <p:spPr>
          <a:xfrm>
            <a:off x="1044000" y="1866900"/>
            <a:ext cx="16655652" cy="1748236"/>
          </a:xfrm>
          <a:prstGeom prst="rect">
            <a:avLst/>
          </a:prstGeom>
        </p:spPr>
        <p:txBody>
          <a:bodyPr wrap="square" lIns="0" tIns="0" rIns="0" bIns="0" rtlCol="0" anchor="t">
            <a:spAutoFit/>
          </a:bodyPr>
          <a:lstStyle/>
          <a:p>
            <a:pPr>
              <a:lnSpc>
                <a:spcPct val="114000"/>
              </a:lnSpc>
              <a:spcBef>
                <a:spcPts val="600"/>
              </a:spcBef>
              <a:spcAft>
                <a:spcPts val="600"/>
              </a:spcAft>
            </a:pPr>
            <a:r>
              <a:rPr lang="en-US" sz="5200" b="1" spc="192" dirty="0">
                <a:solidFill>
                  <a:schemeClr val="bg1"/>
                </a:solidFill>
                <a:latin typeface="Arial" panose="020B0604020202020204" pitchFamily="34" charset="0"/>
                <a:cs typeface="Arial" panose="020B0604020202020204" pitchFamily="34" charset="0"/>
              </a:rPr>
              <a:t>Topic 3: Implementing and controlling quality assurance processes</a:t>
            </a:r>
          </a:p>
        </p:txBody>
      </p:sp>
      <p:grpSp>
        <p:nvGrpSpPr>
          <p:cNvPr id="17" name="Group 16">
            <a:extLst>
              <a:ext uri="{FF2B5EF4-FFF2-40B4-BE49-F238E27FC236}">
                <a16:creationId xmlns:a16="http://schemas.microsoft.com/office/drawing/2014/main" id="{9BC53F16-C04B-4406-BBF9-D518BC5BACFE}"/>
              </a:ext>
            </a:extLst>
          </p:cNvPr>
          <p:cNvGrpSpPr/>
          <p:nvPr/>
        </p:nvGrpSpPr>
        <p:grpSpPr>
          <a:xfrm>
            <a:off x="1028700" y="495300"/>
            <a:ext cx="17259300" cy="218203"/>
            <a:chOff x="1028700" y="723900"/>
            <a:chExt cx="17259300" cy="218203"/>
          </a:xfrm>
          <a:solidFill>
            <a:srgbClr val="00667A"/>
          </a:solidFill>
        </p:grpSpPr>
        <p:sp>
          <p:nvSpPr>
            <p:cNvPr id="6" name="AutoShape 6"/>
            <p:cNvSpPr/>
            <p:nvPr/>
          </p:nvSpPr>
          <p:spPr>
            <a:xfrm>
              <a:off x="1044000" y="826884"/>
              <a:ext cx="17244000" cy="20795"/>
            </a:xfrm>
            <a:prstGeom prst="rect">
              <a:avLst/>
            </a:prstGeom>
            <a:grpFill/>
          </p:spPr>
          <p:txBody>
            <a:bodyPr/>
            <a:lstStyle/>
            <a:p>
              <a:endParaRPr lang="en-US"/>
            </a:p>
          </p:txBody>
        </p:sp>
        <p:sp>
          <p:nvSpPr>
            <p:cNvPr id="7" name="AutoShape 7"/>
            <p:cNvSpPr/>
            <p:nvPr/>
          </p:nvSpPr>
          <p:spPr>
            <a:xfrm>
              <a:off x="1028700" y="723900"/>
              <a:ext cx="219025" cy="209643"/>
            </a:xfrm>
            <a:prstGeom prst="rect">
              <a:avLst/>
            </a:prstGeom>
            <a:grpFill/>
          </p:spPr>
          <p:txBody>
            <a:bodyPr/>
            <a:lstStyle/>
            <a:p>
              <a:endParaRPr lang="en-US"/>
            </a:p>
          </p:txBody>
        </p:sp>
        <p:sp>
          <p:nvSpPr>
            <p:cNvPr id="8" name="AutoShape 8"/>
            <p:cNvSpPr/>
            <p:nvPr/>
          </p:nvSpPr>
          <p:spPr>
            <a:xfrm>
              <a:off x="6856574" y="732460"/>
              <a:ext cx="219025" cy="209643"/>
            </a:xfrm>
            <a:prstGeom prst="rect">
              <a:avLst/>
            </a:prstGeom>
            <a:grpFill/>
          </p:spPr>
          <p:txBody>
            <a:bodyPr/>
            <a:lstStyle/>
            <a:p>
              <a:endParaRPr lang="en-US"/>
            </a:p>
          </p:txBody>
        </p:sp>
        <p:sp>
          <p:nvSpPr>
            <p:cNvPr id="9" name="AutoShape 9"/>
            <p:cNvSpPr/>
            <p:nvPr/>
          </p:nvSpPr>
          <p:spPr>
            <a:xfrm>
              <a:off x="12684448" y="732460"/>
              <a:ext cx="219025" cy="209643"/>
            </a:xfrm>
            <a:prstGeom prst="rect">
              <a:avLst/>
            </a:prstGeom>
            <a:grpFill/>
          </p:spPr>
          <p:txBody>
            <a:bodyPr/>
            <a:lstStyle/>
            <a:p>
              <a:endParaRPr lang="en-US"/>
            </a:p>
          </p:txBody>
        </p:sp>
      </p:grpSp>
      <p:sp>
        <p:nvSpPr>
          <p:cNvPr id="19" name="Footer Placeholder 9">
            <a:extLst>
              <a:ext uri="{FF2B5EF4-FFF2-40B4-BE49-F238E27FC236}">
                <a16:creationId xmlns:a16="http://schemas.microsoft.com/office/drawing/2014/main" id="{AF863EBA-C596-487E-8F62-FCA80C193D54}"/>
              </a:ext>
            </a:extLst>
          </p:cNvPr>
          <p:cNvSpPr txBox="1">
            <a:spLocks/>
          </p:cNvSpPr>
          <p:nvPr/>
        </p:nvSpPr>
        <p:spPr>
          <a:xfrm>
            <a:off x="15163800" y="9715499"/>
            <a:ext cx="2895600"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endParaRPr lang="en-US" dirty="0">
              <a:solidFill>
                <a:srgbClr val="00667A"/>
              </a:solidFill>
              <a:latin typeface="Arial" panose="020B0604020202020204" pitchFamily="34" charset="0"/>
              <a:cs typeface="Arial" panose="020B0604020202020204" pitchFamily="34" charset="0"/>
            </a:endParaRPr>
          </a:p>
        </p:txBody>
      </p:sp>
      <p:sp>
        <p:nvSpPr>
          <p:cNvPr id="13" name="Slide Number Placeholder 10">
            <a:extLst>
              <a:ext uri="{FF2B5EF4-FFF2-40B4-BE49-F238E27FC236}">
                <a16:creationId xmlns:a16="http://schemas.microsoft.com/office/drawing/2014/main" id="{4538CC83-08C9-4A4A-AF50-3DDFA9C924C2}"/>
              </a:ext>
            </a:extLst>
          </p:cNvPr>
          <p:cNvSpPr txBox="1">
            <a:spLocks/>
          </p:cNvSpPr>
          <p:nvPr/>
        </p:nvSpPr>
        <p:spPr>
          <a:xfrm>
            <a:off x="17526000" y="164563"/>
            <a:ext cx="478452" cy="347857"/>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6F15528-21DE-4FAA-801E-634DDDAF4B2B}" type="slidenum">
              <a:rPr lang="en-US" b="1" smtClean="0">
                <a:solidFill>
                  <a:srgbClr val="31859C"/>
                </a:solidFill>
                <a:latin typeface="Arial" panose="020B0604020202020204" pitchFamily="34" charset="0"/>
                <a:cs typeface="Arial" panose="020B0604020202020204" pitchFamily="34" charset="0"/>
              </a:rPr>
              <a:pPr/>
              <a:t>34</a:t>
            </a:fld>
            <a:endParaRPr lang="en-US" b="1" dirty="0">
              <a:solidFill>
                <a:srgbClr val="31859C"/>
              </a:solidFill>
              <a:latin typeface="Arial" panose="020B0604020202020204" pitchFamily="34" charset="0"/>
              <a:cs typeface="Arial" panose="020B0604020202020204" pitchFamily="34" charset="0"/>
            </a:endParaRPr>
          </a:p>
        </p:txBody>
      </p:sp>
      <p:sp>
        <p:nvSpPr>
          <p:cNvPr id="14" name="Footer Placeholder 9">
            <a:extLst>
              <a:ext uri="{FF2B5EF4-FFF2-40B4-BE49-F238E27FC236}">
                <a16:creationId xmlns:a16="http://schemas.microsoft.com/office/drawing/2014/main" id="{07043586-2022-0942-B7A7-70145F426F81}"/>
              </a:ext>
            </a:extLst>
          </p:cNvPr>
          <p:cNvSpPr>
            <a:spLocks noGrp="1"/>
          </p:cNvSpPr>
          <p:nvPr>
            <p:ph type="ftr" sz="quarter" idx="11"/>
          </p:nvPr>
        </p:nvSpPr>
        <p:spPr>
          <a:xfrm>
            <a:off x="533400" y="9715499"/>
            <a:ext cx="6019800" cy="442894"/>
          </a:xfrm>
        </p:spPr>
        <p:txBody>
          <a:bodyPr/>
          <a:lstStyle/>
          <a:p>
            <a:pPr algn="l"/>
            <a:r>
              <a:rPr lang="en-US" b="1" dirty="0">
                <a:solidFill>
                  <a:srgbClr val="00667A"/>
                </a:solidFill>
                <a:latin typeface="Arial" panose="020B0604020202020204" pitchFamily="34" charset="0"/>
                <a:cs typeface="Arial" panose="020B0604020202020204" pitchFamily="34" charset="0"/>
              </a:rPr>
              <a:t>ICTSAD507 </a:t>
            </a:r>
            <a:r>
              <a:rPr lang="en-US" dirty="0">
                <a:solidFill>
                  <a:srgbClr val="00667A"/>
                </a:solidFill>
                <a:latin typeface="Arial" panose="020B0604020202020204" pitchFamily="34" charset="0"/>
                <a:cs typeface="Arial" panose="020B0604020202020204" pitchFamily="34" charset="0"/>
              </a:rPr>
              <a:t>Design and implement quality assurance processes for business solutions </a:t>
            </a:r>
          </a:p>
        </p:txBody>
      </p:sp>
      <p:pic>
        <p:nvPicPr>
          <p:cNvPr id="15" name="Picture 14" descr="Person Marking Check on Opened Book">
            <a:extLst>
              <a:ext uri="{FF2B5EF4-FFF2-40B4-BE49-F238E27FC236}">
                <a16:creationId xmlns:a16="http://schemas.microsoft.com/office/drawing/2014/main" id="{32868BA7-AF40-424B-9380-DD78B6636939}"/>
              </a:ext>
            </a:extLst>
          </p:cNvPr>
          <p:cNvPicPr/>
          <p:nvPr/>
        </p:nvPicPr>
        <p:blipFill rotWithShape="1">
          <a:blip r:embed="rId3" cstate="print">
            <a:extLst>
              <a:ext uri="{28A0092B-C50C-407E-A947-70E740481C1C}">
                <a14:useLocalDpi xmlns:a14="http://schemas.microsoft.com/office/drawing/2010/main"/>
              </a:ext>
            </a:extLst>
          </a:blip>
          <a:srcRect/>
          <a:stretch/>
        </p:blipFill>
        <p:spPr bwMode="auto">
          <a:xfrm>
            <a:off x="5877945" y="4381500"/>
            <a:ext cx="6532109" cy="4174204"/>
          </a:xfrm>
          <a:prstGeom prst="rect">
            <a:avLst/>
          </a:prstGeom>
          <a:noFill/>
          <a:ln w="38100">
            <a:solidFill>
              <a:schemeClr val="bg1"/>
            </a:solid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368360767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 name="TextBox 3"/>
          <p:cNvSpPr txBox="1"/>
          <p:nvPr/>
        </p:nvSpPr>
        <p:spPr>
          <a:xfrm>
            <a:off x="5603551" y="8746411"/>
            <a:ext cx="11716295" cy="717197"/>
          </a:xfrm>
          <a:prstGeom prst="rect">
            <a:avLst/>
          </a:prstGeom>
        </p:spPr>
        <p:txBody>
          <a:bodyPr lIns="0" tIns="0" rIns="0" bIns="0" rtlCol="0" anchor="t">
            <a:spAutoFit/>
          </a:bodyPr>
          <a:lstStyle/>
          <a:p>
            <a:pPr algn="r">
              <a:lnSpc>
                <a:spcPts val="5759"/>
              </a:lnSpc>
            </a:pPr>
            <a:r>
              <a:rPr lang="en-US" sz="4800" spc="192" dirty="0">
                <a:solidFill>
                  <a:srgbClr val="F4F8F3"/>
                </a:solidFill>
                <a:latin typeface="Montserrat Light"/>
              </a:rPr>
              <a:t>Topic 1: Insert topic title </a:t>
            </a:r>
          </a:p>
        </p:txBody>
      </p:sp>
      <p:grpSp>
        <p:nvGrpSpPr>
          <p:cNvPr id="5" name="Group 5"/>
          <p:cNvGrpSpPr/>
          <p:nvPr/>
        </p:nvGrpSpPr>
        <p:grpSpPr>
          <a:xfrm>
            <a:off x="1028700" y="446788"/>
            <a:ext cx="17244000" cy="220040"/>
            <a:chOff x="0" y="0"/>
            <a:chExt cx="23454501" cy="293386"/>
          </a:xfrm>
          <a:solidFill>
            <a:srgbClr val="00667A"/>
          </a:solidFill>
        </p:grpSpPr>
        <p:sp>
          <p:nvSpPr>
            <p:cNvPr id="6" name="AutoShape 6"/>
            <p:cNvSpPr/>
            <p:nvPr/>
          </p:nvSpPr>
          <p:spPr>
            <a:xfrm>
              <a:off x="0" y="125899"/>
              <a:ext cx="23454501" cy="27726"/>
            </a:xfrm>
            <a:prstGeom prst="rect">
              <a:avLst/>
            </a:prstGeom>
            <a:grpFill/>
          </p:spPr>
          <p:txBody>
            <a:bodyPr/>
            <a:lstStyle/>
            <a:p>
              <a:endParaRPr lang="en-US"/>
            </a:p>
          </p:txBody>
        </p:sp>
        <p:sp>
          <p:nvSpPr>
            <p:cNvPr id="7" name="AutoShape 7"/>
            <p:cNvSpPr/>
            <p:nvPr/>
          </p:nvSpPr>
          <p:spPr>
            <a:xfrm>
              <a:off x="0" y="13863"/>
              <a:ext cx="292033" cy="279524"/>
            </a:xfrm>
            <a:prstGeom prst="rect">
              <a:avLst/>
            </a:prstGeom>
            <a:grpFill/>
          </p:spPr>
          <p:txBody>
            <a:bodyPr/>
            <a:lstStyle/>
            <a:p>
              <a:endParaRPr lang="en-US"/>
            </a:p>
          </p:txBody>
        </p:sp>
        <p:sp>
          <p:nvSpPr>
            <p:cNvPr id="8" name="AutoShape 8"/>
            <p:cNvSpPr/>
            <p:nvPr/>
          </p:nvSpPr>
          <p:spPr>
            <a:xfrm>
              <a:off x="7770499" y="0"/>
              <a:ext cx="292033" cy="279524"/>
            </a:xfrm>
            <a:prstGeom prst="rect">
              <a:avLst/>
            </a:prstGeom>
            <a:grpFill/>
          </p:spPr>
          <p:txBody>
            <a:bodyPr/>
            <a:lstStyle/>
            <a:p>
              <a:endParaRPr lang="en-US"/>
            </a:p>
          </p:txBody>
        </p:sp>
        <p:sp>
          <p:nvSpPr>
            <p:cNvPr id="9" name="AutoShape 9"/>
            <p:cNvSpPr/>
            <p:nvPr/>
          </p:nvSpPr>
          <p:spPr>
            <a:xfrm>
              <a:off x="15540998" y="0"/>
              <a:ext cx="292033" cy="279524"/>
            </a:xfrm>
            <a:prstGeom prst="rect">
              <a:avLst/>
            </a:prstGeom>
            <a:grpFill/>
          </p:spPr>
          <p:txBody>
            <a:bodyPr/>
            <a:lstStyle/>
            <a:p>
              <a:endParaRPr lang="en-US"/>
            </a:p>
          </p:txBody>
        </p:sp>
      </p:grpSp>
      <p:sp>
        <p:nvSpPr>
          <p:cNvPr id="12" name="AutoShape 2">
            <a:extLst>
              <a:ext uri="{FF2B5EF4-FFF2-40B4-BE49-F238E27FC236}">
                <a16:creationId xmlns:a16="http://schemas.microsoft.com/office/drawing/2014/main" id="{54B605DE-63C5-4B19-89D4-FD69EFF21B44}"/>
              </a:ext>
            </a:extLst>
          </p:cNvPr>
          <p:cNvSpPr/>
          <p:nvPr/>
        </p:nvSpPr>
        <p:spPr>
          <a:xfrm>
            <a:off x="0" y="7886700"/>
            <a:ext cx="18288000" cy="1621070"/>
          </a:xfrm>
          <a:prstGeom prst="rect">
            <a:avLst/>
          </a:prstGeom>
          <a:solidFill>
            <a:srgbClr val="00667A"/>
          </a:solidFill>
        </p:spPr>
        <p:txBody>
          <a:bodyPr/>
          <a:lstStyle/>
          <a:p>
            <a:endParaRPr lang="en-AU"/>
          </a:p>
        </p:txBody>
      </p:sp>
      <p:sp>
        <p:nvSpPr>
          <p:cNvPr id="17" name="TextBox 4">
            <a:extLst>
              <a:ext uri="{FF2B5EF4-FFF2-40B4-BE49-F238E27FC236}">
                <a16:creationId xmlns:a16="http://schemas.microsoft.com/office/drawing/2014/main" id="{EAC90A64-36BA-4EF5-BA95-DA478EAEA9E6}"/>
              </a:ext>
            </a:extLst>
          </p:cNvPr>
          <p:cNvSpPr txBox="1"/>
          <p:nvPr/>
        </p:nvSpPr>
        <p:spPr>
          <a:xfrm>
            <a:off x="1028700" y="1676834"/>
            <a:ext cx="12687300" cy="2250103"/>
          </a:xfrm>
          <a:prstGeom prst="rect">
            <a:avLst/>
          </a:prstGeom>
        </p:spPr>
        <p:txBody>
          <a:bodyPr wrap="square" lIns="0" tIns="0" rIns="0" bIns="0" rtlCol="0" anchor="t">
            <a:spAutoFit/>
          </a:bodyPr>
          <a:lstStyle/>
          <a:p>
            <a:pPr>
              <a:lnSpc>
                <a:spcPct val="114000"/>
              </a:lnSpc>
              <a:spcBef>
                <a:spcPts val="600"/>
              </a:spcBef>
              <a:spcAft>
                <a:spcPts val="600"/>
              </a:spcAft>
            </a:pPr>
            <a:r>
              <a:rPr lang="en-US" sz="3200" b="1" spc="25" dirty="0">
                <a:solidFill>
                  <a:srgbClr val="00667A"/>
                </a:solidFill>
                <a:latin typeface="Arial" panose="020B0604020202020204" pitchFamily="34" charset="0"/>
                <a:cs typeface="Arial" panose="020B0604020202020204" pitchFamily="34" charset="0"/>
              </a:rPr>
              <a:t>QUALITY ASSURANCE RESPONSIBILITIES</a:t>
            </a:r>
          </a:p>
          <a:p>
            <a:pPr>
              <a:lnSpc>
                <a:spcPct val="114000"/>
              </a:lnSpc>
              <a:spcBef>
                <a:spcPts val="600"/>
              </a:spcBef>
              <a:spcAft>
                <a:spcPts val="600"/>
              </a:spcAft>
            </a:pPr>
            <a:r>
              <a:rPr lang="en-US" sz="3000" spc="25" dirty="0">
                <a:solidFill>
                  <a:srgbClr val="00667A"/>
                </a:solidFill>
                <a:latin typeface="Arial" panose="020B0604020202020204" pitchFamily="34" charset="0"/>
                <a:cs typeface="Arial" panose="020B0604020202020204" pitchFamily="34" charset="0"/>
              </a:rPr>
              <a:t>In order to implement and control quality assurance processes, you need to determine and allocate strategic quality responsibilities and key quality tasks and functions to the relevant people. </a:t>
            </a:r>
          </a:p>
        </p:txBody>
      </p:sp>
      <p:sp>
        <p:nvSpPr>
          <p:cNvPr id="14" name="Slide Number Placeholder 10">
            <a:extLst>
              <a:ext uri="{FF2B5EF4-FFF2-40B4-BE49-F238E27FC236}">
                <a16:creationId xmlns:a16="http://schemas.microsoft.com/office/drawing/2014/main" id="{5BC0C534-ADAF-D84D-81C8-2A1D2405EFB8}"/>
              </a:ext>
            </a:extLst>
          </p:cNvPr>
          <p:cNvSpPr txBox="1">
            <a:spLocks/>
          </p:cNvSpPr>
          <p:nvPr/>
        </p:nvSpPr>
        <p:spPr>
          <a:xfrm>
            <a:off x="17526000" y="164563"/>
            <a:ext cx="478452" cy="347857"/>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6F15528-21DE-4FAA-801E-634DDDAF4B2B}" type="slidenum">
              <a:rPr lang="en-US" b="1" smtClean="0">
                <a:solidFill>
                  <a:srgbClr val="31859C"/>
                </a:solidFill>
                <a:latin typeface="Arial" panose="020B0604020202020204" pitchFamily="34" charset="0"/>
                <a:cs typeface="Arial" panose="020B0604020202020204" pitchFamily="34" charset="0"/>
              </a:rPr>
              <a:pPr/>
              <a:t>35</a:t>
            </a:fld>
            <a:endParaRPr lang="en-US" b="1" dirty="0">
              <a:solidFill>
                <a:srgbClr val="31859C"/>
              </a:solidFill>
              <a:latin typeface="Arial" panose="020B0604020202020204" pitchFamily="34" charset="0"/>
              <a:cs typeface="Arial" panose="020B0604020202020204" pitchFamily="34" charset="0"/>
            </a:endParaRPr>
          </a:p>
        </p:txBody>
      </p:sp>
      <p:sp>
        <p:nvSpPr>
          <p:cNvPr id="16" name="Footer Placeholder 9">
            <a:extLst>
              <a:ext uri="{FF2B5EF4-FFF2-40B4-BE49-F238E27FC236}">
                <a16:creationId xmlns:a16="http://schemas.microsoft.com/office/drawing/2014/main" id="{91238751-4B41-A64D-9256-38165806A582}"/>
              </a:ext>
            </a:extLst>
          </p:cNvPr>
          <p:cNvSpPr txBox="1">
            <a:spLocks/>
          </p:cNvSpPr>
          <p:nvPr/>
        </p:nvSpPr>
        <p:spPr>
          <a:xfrm>
            <a:off x="15163800" y="9715499"/>
            <a:ext cx="2895600"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endParaRPr lang="en-US" dirty="0">
              <a:solidFill>
                <a:srgbClr val="00667A"/>
              </a:solidFill>
              <a:latin typeface="Arial" panose="020B0604020202020204" pitchFamily="34" charset="0"/>
              <a:cs typeface="Arial" panose="020B0604020202020204" pitchFamily="34" charset="0"/>
            </a:endParaRPr>
          </a:p>
        </p:txBody>
      </p:sp>
      <p:sp>
        <p:nvSpPr>
          <p:cNvPr id="15" name="Footer Placeholder 9">
            <a:extLst>
              <a:ext uri="{FF2B5EF4-FFF2-40B4-BE49-F238E27FC236}">
                <a16:creationId xmlns:a16="http://schemas.microsoft.com/office/drawing/2014/main" id="{976232BB-FC90-084A-A77F-98BBE7BA4C6D}"/>
              </a:ext>
            </a:extLst>
          </p:cNvPr>
          <p:cNvSpPr>
            <a:spLocks noGrp="1"/>
          </p:cNvSpPr>
          <p:nvPr>
            <p:ph type="ftr" sz="quarter" idx="11"/>
          </p:nvPr>
        </p:nvSpPr>
        <p:spPr>
          <a:xfrm>
            <a:off x="533400" y="9715499"/>
            <a:ext cx="6019800" cy="442894"/>
          </a:xfrm>
        </p:spPr>
        <p:txBody>
          <a:bodyPr/>
          <a:lstStyle/>
          <a:p>
            <a:pPr algn="l"/>
            <a:r>
              <a:rPr lang="en-US" b="1" dirty="0">
                <a:solidFill>
                  <a:srgbClr val="00667A"/>
                </a:solidFill>
                <a:latin typeface="Arial" panose="020B0604020202020204" pitchFamily="34" charset="0"/>
                <a:cs typeface="Arial" panose="020B0604020202020204" pitchFamily="34" charset="0"/>
              </a:rPr>
              <a:t>ICTSAD507 </a:t>
            </a:r>
            <a:r>
              <a:rPr lang="en-US" dirty="0">
                <a:solidFill>
                  <a:srgbClr val="00667A"/>
                </a:solidFill>
                <a:latin typeface="Arial" panose="020B0604020202020204" pitchFamily="34" charset="0"/>
                <a:cs typeface="Arial" panose="020B0604020202020204" pitchFamily="34" charset="0"/>
              </a:rPr>
              <a:t>Design and implement quality assurance processes for business solutions </a:t>
            </a:r>
          </a:p>
        </p:txBody>
      </p:sp>
      <p:sp>
        <p:nvSpPr>
          <p:cNvPr id="18" name="TextBox 3">
            <a:extLst>
              <a:ext uri="{FF2B5EF4-FFF2-40B4-BE49-F238E27FC236}">
                <a16:creationId xmlns:a16="http://schemas.microsoft.com/office/drawing/2014/main" id="{3F271B03-9BE3-614B-BFC7-B7CCF4234146}"/>
              </a:ext>
            </a:extLst>
          </p:cNvPr>
          <p:cNvSpPr txBox="1"/>
          <p:nvPr/>
        </p:nvSpPr>
        <p:spPr>
          <a:xfrm>
            <a:off x="990600" y="7962900"/>
            <a:ext cx="16745495" cy="1435906"/>
          </a:xfrm>
          <a:prstGeom prst="rect">
            <a:avLst/>
          </a:prstGeom>
        </p:spPr>
        <p:txBody>
          <a:bodyPr wrap="square" lIns="0" tIns="0" rIns="0" bIns="0" rtlCol="0" anchor="t">
            <a:spAutoFit/>
          </a:bodyPr>
          <a:lstStyle/>
          <a:p>
            <a:pPr algn="r">
              <a:lnSpc>
                <a:spcPts val="5759"/>
              </a:lnSpc>
            </a:pPr>
            <a:r>
              <a:rPr lang="en-US" sz="4600" spc="192" dirty="0">
                <a:solidFill>
                  <a:schemeClr val="bg1"/>
                </a:solidFill>
                <a:latin typeface="Arial" panose="020B0604020202020204" pitchFamily="34" charset="0"/>
                <a:cs typeface="Arial" panose="020B0604020202020204" pitchFamily="34" charset="0"/>
              </a:rPr>
              <a:t>Topic 3: Implementing and controlling quality assurance processes</a:t>
            </a:r>
          </a:p>
        </p:txBody>
      </p:sp>
    </p:spTree>
    <p:extLst>
      <p:ext uri="{BB962C8B-B14F-4D97-AF65-F5344CB8AC3E}">
        <p14:creationId xmlns:p14="http://schemas.microsoft.com/office/powerpoint/2010/main" val="311866405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 name="TextBox 3"/>
          <p:cNvSpPr txBox="1"/>
          <p:nvPr/>
        </p:nvSpPr>
        <p:spPr>
          <a:xfrm>
            <a:off x="5603551" y="8746411"/>
            <a:ext cx="11716295" cy="717197"/>
          </a:xfrm>
          <a:prstGeom prst="rect">
            <a:avLst/>
          </a:prstGeom>
        </p:spPr>
        <p:txBody>
          <a:bodyPr lIns="0" tIns="0" rIns="0" bIns="0" rtlCol="0" anchor="t">
            <a:spAutoFit/>
          </a:bodyPr>
          <a:lstStyle/>
          <a:p>
            <a:pPr algn="r">
              <a:lnSpc>
                <a:spcPts val="5759"/>
              </a:lnSpc>
            </a:pPr>
            <a:r>
              <a:rPr lang="en-US" sz="4800" spc="192" dirty="0">
                <a:solidFill>
                  <a:srgbClr val="F4F8F3"/>
                </a:solidFill>
                <a:latin typeface="Montserrat Light"/>
              </a:rPr>
              <a:t>Topic 1: Insert topic title </a:t>
            </a:r>
          </a:p>
        </p:txBody>
      </p:sp>
      <p:grpSp>
        <p:nvGrpSpPr>
          <p:cNvPr id="5" name="Group 5"/>
          <p:cNvGrpSpPr/>
          <p:nvPr/>
        </p:nvGrpSpPr>
        <p:grpSpPr>
          <a:xfrm>
            <a:off x="1028700" y="446788"/>
            <a:ext cx="17244000" cy="220040"/>
            <a:chOff x="0" y="0"/>
            <a:chExt cx="23454501" cy="293386"/>
          </a:xfrm>
          <a:solidFill>
            <a:srgbClr val="00667A"/>
          </a:solidFill>
        </p:grpSpPr>
        <p:sp>
          <p:nvSpPr>
            <p:cNvPr id="6" name="AutoShape 6"/>
            <p:cNvSpPr/>
            <p:nvPr/>
          </p:nvSpPr>
          <p:spPr>
            <a:xfrm>
              <a:off x="0" y="125899"/>
              <a:ext cx="23454501" cy="27726"/>
            </a:xfrm>
            <a:prstGeom prst="rect">
              <a:avLst/>
            </a:prstGeom>
            <a:grpFill/>
          </p:spPr>
          <p:txBody>
            <a:bodyPr/>
            <a:lstStyle/>
            <a:p>
              <a:endParaRPr lang="en-US"/>
            </a:p>
          </p:txBody>
        </p:sp>
        <p:sp>
          <p:nvSpPr>
            <p:cNvPr id="7" name="AutoShape 7"/>
            <p:cNvSpPr/>
            <p:nvPr/>
          </p:nvSpPr>
          <p:spPr>
            <a:xfrm>
              <a:off x="0" y="13863"/>
              <a:ext cx="292033" cy="279524"/>
            </a:xfrm>
            <a:prstGeom prst="rect">
              <a:avLst/>
            </a:prstGeom>
            <a:grpFill/>
          </p:spPr>
          <p:txBody>
            <a:bodyPr/>
            <a:lstStyle/>
            <a:p>
              <a:endParaRPr lang="en-US"/>
            </a:p>
          </p:txBody>
        </p:sp>
        <p:sp>
          <p:nvSpPr>
            <p:cNvPr id="8" name="AutoShape 8"/>
            <p:cNvSpPr/>
            <p:nvPr/>
          </p:nvSpPr>
          <p:spPr>
            <a:xfrm>
              <a:off x="7770499" y="0"/>
              <a:ext cx="292033" cy="279524"/>
            </a:xfrm>
            <a:prstGeom prst="rect">
              <a:avLst/>
            </a:prstGeom>
            <a:grpFill/>
          </p:spPr>
          <p:txBody>
            <a:bodyPr/>
            <a:lstStyle/>
            <a:p>
              <a:endParaRPr lang="en-US"/>
            </a:p>
          </p:txBody>
        </p:sp>
        <p:sp>
          <p:nvSpPr>
            <p:cNvPr id="9" name="AutoShape 9"/>
            <p:cNvSpPr/>
            <p:nvPr/>
          </p:nvSpPr>
          <p:spPr>
            <a:xfrm>
              <a:off x="15540998" y="0"/>
              <a:ext cx="292033" cy="279524"/>
            </a:xfrm>
            <a:prstGeom prst="rect">
              <a:avLst/>
            </a:prstGeom>
            <a:grpFill/>
          </p:spPr>
          <p:txBody>
            <a:bodyPr/>
            <a:lstStyle/>
            <a:p>
              <a:endParaRPr lang="en-US"/>
            </a:p>
          </p:txBody>
        </p:sp>
      </p:grpSp>
      <p:sp>
        <p:nvSpPr>
          <p:cNvPr id="12" name="AutoShape 2">
            <a:extLst>
              <a:ext uri="{FF2B5EF4-FFF2-40B4-BE49-F238E27FC236}">
                <a16:creationId xmlns:a16="http://schemas.microsoft.com/office/drawing/2014/main" id="{54B605DE-63C5-4B19-89D4-FD69EFF21B44}"/>
              </a:ext>
            </a:extLst>
          </p:cNvPr>
          <p:cNvSpPr/>
          <p:nvPr/>
        </p:nvSpPr>
        <p:spPr>
          <a:xfrm>
            <a:off x="0" y="7886700"/>
            <a:ext cx="18288000" cy="1621070"/>
          </a:xfrm>
          <a:prstGeom prst="rect">
            <a:avLst/>
          </a:prstGeom>
          <a:solidFill>
            <a:srgbClr val="00667A"/>
          </a:solidFill>
        </p:spPr>
        <p:txBody>
          <a:bodyPr/>
          <a:lstStyle/>
          <a:p>
            <a:endParaRPr lang="en-AU"/>
          </a:p>
        </p:txBody>
      </p:sp>
      <p:sp>
        <p:nvSpPr>
          <p:cNvPr id="17" name="TextBox 4">
            <a:extLst>
              <a:ext uri="{FF2B5EF4-FFF2-40B4-BE49-F238E27FC236}">
                <a16:creationId xmlns:a16="http://schemas.microsoft.com/office/drawing/2014/main" id="{EAC90A64-36BA-4EF5-BA95-DA478EAEA9E6}"/>
              </a:ext>
            </a:extLst>
          </p:cNvPr>
          <p:cNvSpPr txBox="1"/>
          <p:nvPr/>
        </p:nvSpPr>
        <p:spPr>
          <a:xfrm>
            <a:off x="1028700" y="1676834"/>
            <a:ext cx="12687300" cy="2250103"/>
          </a:xfrm>
          <a:prstGeom prst="rect">
            <a:avLst/>
          </a:prstGeom>
        </p:spPr>
        <p:txBody>
          <a:bodyPr wrap="square" lIns="0" tIns="0" rIns="0" bIns="0" rtlCol="0" anchor="t">
            <a:spAutoFit/>
          </a:bodyPr>
          <a:lstStyle/>
          <a:p>
            <a:pPr>
              <a:lnSpc>
                <a:spcPct val="114000"/>
              </a:lnSpc>
              <a:spcBef>
                <a:spcPts val="600"/>
              </a:spcBef>
              <a:spcAft>
                <a:spcPts val="600"/>
              </a:spcAft>
            </a:pPr>
            <a:r>
              <a:rPr lang="en-US" sz="3200" b="1" spc="25" dirty="0">
                <a:solidFill>
                  <a:srgbClr val="00667A"/>
                </a:solidFill>
                <a:latin typeface="Arial" panose="020B0604020202020204" pitchFamily="34" charset="0"/>
                <a:cs typeface="Arial" panose="020B0604020202020204" pitchFamily="34" charset="0"/>
              </a:rPr>
              <a:t>IMPLEMENTING GUIDELINES, PROCEDURES AND PROCESSES</a:t>
            </a:r>
          </a:p>
          <a:p>
            <a:pPr>
              <a:lnSpc>
                <a:spcPct val="114000"/>
              </a:lnSpc>
              <a:spcBef>
                <a:spcPts val="600"/>
              </a:spcBef>
              <a:spcAft>
                <a:spcPts val="600"/>
              </a:spcAft>
            </a:pPr>
            <a:r>
              <a:rPr lang="en-US" sz="3000" spc="25" dirty="0">
                <a:solidFill>
                  <a:srgbClr val="00667A"/>
                </a:solidFill>
                <a:latin typeface="Arial" panose="020B0604020202020204" pitchFamily="34" charset="0"/>
                <a:cs typeface="Arial" panose="020B0604020202020204" pitchFamily="34" charset="0"/>
              </a:rPr>
              <a:t>Using the quality management plan, the next step in implementing quality assurance processes would be to apply the quality performance guidelines, procedures and processes.</a:t>
            </a:r>
          </a:p>
        </p:txBody>
      </p:sp>
      <p:sp>
        <p:nvSpPr>
          <p:cNvPr id="14" name="Slide Number Placeholder 10">
            <a:extLst>
              <a:ext uri="{FF2B5EF4-FFF2-40B4-BE49-F238E27FC236}">
                <a16:creationId xmlns:a16="http://schemas.microsoft.com/office/drawing/2014/main" id="{5BC0C534-ADAF-D84D-81C8-2A1D2405EFB8}"/>
              </a:ext>
            </a:extLst>
          </p:cNvPr>
          <p:cNvSpPr txBox="1">
            <a:spLocks/>
          </p:cNvSpPr>
          <p:nvPr/>
        </p:nvSpPr>
        <p:spPr>
          <a:xfrm>
            <a:off x="17526000" y="164563"/>
            <a:ext cx="478452" cy="347857"/>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6F15528-21DE-4FAA-801E-634DDDAF4B2B}" type="slidenum">
              <a:rPr lang="en-US" b="1" smtClean="0">
                <a:solidFill>
                  <a:srgbClr val="31859C"/>
                </a:solidFill>
                <a:latin typeface="Arial" panose="020B0604020202020204" pitchFamily="34" charset="0"/>
                <a:cs typeface="Arial" panose="020B0604020202020204" pitchFamily="34" charset="0"/>
              </a:rPr>
              <a:pPr/>
              <a:t>36</a:t>
            </a:fld>
            <a:endParaRPr lang="en-US" b="1" dirty="0">
              <a:solidFill>
                <a:srgbClr val="31859C"/>
              </a:solidFill>
              <a:latin typeface="Arial" panose="020B0604020202020204" pitchFamily="34" charset="0"/>
              <a:cs typeface="Arial" panose="020B0604020202020204" pitchFamily="34" charset="0"/>
            </a:endParaRPr>
          </a:p>
        </p:txBody>
      </p:sp>
      <p:sp>
        <p:nvSpPr>
          <p:cNvPr id="16" name="Footer Placeholder 9">
            <a:extLst>
              <a:ext uri="{FF2B5EF4-FFF2-40B4-BE49-F238E27FC236}">
                <a16:creationId xmlns:a16="http://schemas.microsoft.com/office/drawing/2014/main" id="{91238751-4B41-A64D-9256-38165806A582}"/>
              </a:ext>
            </a:extLst>
          </p:cNvPr>
          <p:cNvSpPr txBox="1">
            <a:spLocks/>
          </p:cNvSpPr>
          <p:nvPr/>
        </p:nvSpPr>
        <p:spPr>
          <a:xfrm>
            <a:off x="15163800" y="9715499"/>
            <a:ext cx="2895600"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endParaRPr lang="en-US" dirty="0">
              <a:solidFill>
                <a:srgbClr val="00667A"/>
              </a:solidFill>
              <a:latin typeface="Arial" panose="020B0604020202020204" pitchFamily="34" charset="0"/>
              <a:cs typeface="Arial" panose="020B0604020202020204" pitchFamily="34" charset="0"/>
            </a:endParaRPr>
          </a:p>
        </p:txBody>
      </p:sp>
      <p:sp>
        <p:nvSpPr>
          <p:cNvPr id="15" name="Footer Placeholder 9">
            <a:extLst>
              <a:ext uri="{FF2B5EF4-FFF2-40B4-BE49-F238E27FC236}">
                <a16:creationId xmlns:a16="http://schemas.microsoft.com/office/drawing/2014/main" id="{976232BB-FC90-084A-A77F-98BBE7BA4C6D}"/>
              </a:ext>
            </a:extLst>
          </p:cNvPr>
          <p:cNvSpPr>
            <a:spLocks noGrp="1"/>
          </p:cNvSpPr>
          <p:nvPr>
            <p:ph type="ftr" sz="quarter" idx="11"/>
          </p:nvPr>
        </p:nvSpPr>
        <p:spPr>
          <a:xfrm>
            <a:off x="533400" y="9715499"/>
            <a:ext cx="6019800" cy="442894"/>
          </a:xfrm>
        </p:spPr>
        <p:txBody>
          <a:bodyPr/>
          <a:lstStyle/>
          <a:p>
            <a:pPr algn="l"/>
            <a:r>
              <a:rPr lang="en-US" b="1" dirty="0">
                <a:solidFill>
                  <a:srgbClr val="00667A"/>
                </a:solidFill>
                <a:latin typeface="Arial" panose="020B0604020202020204" pitchFamily="34" charset="0"/>
                <a:cs typeface="Arial" panose="020B0604020202020204" pitchFamily="34" charset="0"/>
              </a:rPr>
              <a:t>ICTSAD507 </a:t>
            </a:r>
            <a:r>
              <a:rPr lang="en-US" dirty="0">
                <a:solidFill>
                  <a:srgbClr val="00667A"/>
                </a:solidFill>
                <a:latin typeface="Arial" panose="020B0604020202020204" pitchFamily="34" charset="0"/>
                <a:cs typeface="Arial" panose="020B0604020202020204" pitchFamily="34" charset="0"/>
              </a:rPr>
              <a:t>Design and implement quality assurance processes for business solutions </a:t>
            </a:r>
          </a:p>
        </p:txBody>
      </p:sp>
      <p:sp>
        <p:nvSpPr>
          <p:cNvPr id="18" name="TextBox 3">
            <a:extLst>
              <a:ext uri="{FF2B5EF4-FFF2-40B4-BE49-F238E27FC236}">
                <a16:creationId xmlns:a16="http://schemas.microsoft.com/office/drawing/2014/main" id="{3F271B03-9BE3-614B-BFC7-B7CCF4234146}"/>
              </a:ext>
            </a:extLst>
          </p:cNvPr>
          <p:cNvSpPr txBox="1"/>
          <p:nvPr/>
        </p:nvSpPr>
        <p:spPr>
          <a:xfrm>
            <a:off x="990600" y="7962900"/>
            <a:ext cx="16745495" cy="1435906"/>
          </a:xfrm>
          <a:prstGeom prst="rect">
            <a:avLst/>
          </a:prstGeom>
        </p:spPr>
        <p:txBody>
          <a:bodyPr wrap="square" lIns="0" tIns="0" rIns="0" bIns="0" rtlCol="0" anchor="t">
            <a:spAutoFit/>
          </a:bodyPr>
          <a:lstStyle/>
          <a:p>
            <a:pPr algn="r">
              <a:lnSpc>
                <a:spcPts val="5759"/>
              </a:lnSpc>
            </a:pPr>
            <a:r>
              <a:rPr lang="en-US" sz="4600" spc="192" dirty="0">
                <a:solidFill>
                  <a:schemeClr val="bg1"/>
                </a:solidFill>
                <a:latin typeface="Arial" panose="020B0604020202020204" pitchFamily="34" charset="0"/>
                <a:cs typeface="Arial" panose="020B0604020202020204" pitchFamily="34" charset="0"/>
              </a:rPr>
              <a:t>Topic 3: Implementing and controlling quality assurance processes</a:t>
            </a:r>
          </a:p>
        </p:txBody>
      </p:sp>
    </p:spTree>
    <p:extLst>
      <p:ext uri="{BB962C8B-B14F-4D97-AF65-F5344CB8AC3E}">
        <p14:creationId xmlns:p14="http://schemas.microsoft.com/office/powerpoint/2010/main" val="269313878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 name="TextBox 3"/>
          <p:cNvSpPr txBox="1"/>
          <p:nvPr/>
        </p:nvSpPr>
        <p:spPr>
          <a:xfrm>
            <a:off x="5603551" y="8746411"/>
            <a:ext cx="11716295" cy="717197"/>
          </a:xfrm>
          <a:prstGeom prst="rect">
            <a:avLst/>
          </a:prstGeom>
        </p:spPr>
        <p:txBody>
          <a:bodyPr lIns="0" tIns="0" rIns="0" bIns="0" rtlCol="0" anchor="t">
            <a:spAutoFit/>
          </a:bodyPr>
          <a:lstStyle/>
          <a:p>
            <a:pPr algn="r">
              <a:lnSpc>
                <a:spcPts val="5759"/>
              </a:lnSpc>
            </a:pPr>
            <a:r>
              <a:rPr lang="en-US" sz="4800" spc="192" dirty="0">
                <a:solidFill>
                  <a:srgbClr val="F4F8F3"/>
                </a:solidFill>
                <a:latin typeface="Montserrat Light"/>
              </a:rPr>
              <a:t>Topic 1: Insert topic title </a:t>
            </a:r>
          </a:p>
        </p:txBody>
      </p:sp>
      <p:grpSp>
        <p:nvGrpSpPr>
          <p:cNvPr id="5" name="Group 5"/>
          <p:cNvGrpSpPr/>
          <p:nvPr/>
        </p:nvGrpSpPr>
        <p:grpSpPr>
          <a:xfrm>
            <a:off x="1028700" y="446788"/>
            <a:ext cx="17244000" cy="220040"/>
            <a:chOff x="0" y="0"/>
            <a:chExt cx="23454501" cy="293386"/>
          </a:xfrm>
          <a:solidFill>
            <a:srgbClr val="00667A"/>
          </a:solidFill>
        </p:grpSpPr>
        <p:sp>
          <p:nvSpPr>
            <p:cNvPr id="6" name="AutoShape 6"/>
            <p:cNvSpPr/>
            <p:nvPr/>
          </p:nvSpPr>
          <p:spPr>
            <a:xfrm>
              <a:off x="0" y="125899"/>
              <a:ext cx="23454501" cy="27726"/>
            </a:xfrm>
            <a:prstGeom prst="rect">
              <a:avLst/>
            </a:prstGeom>
            <a:grpFill/>
          </p:spPr>
          <p:txBody>
            <a:bodyPr/>
            <a:lstStyle/>
            <a:p>
              <a:endParaRPr lang="en-US"/>
            </a:p>
          </p:txBody>
        </p:sp>
        <p:sp>
          <p:nvSpPr>
            <p:cNvPr id="7" name="AutoShape 7"/>
            <p:cNvSpPr/>
            <p:nvPr/>
          </p:nvSpPr>
          <p:spPr>
            <a:xfrm>
              <a:off x="0" y="13863"/>
              <a:ext cx="292033" cy="279524"/>
            </a:xfrm>
            <a:prstGeom prst="rect">
              <a:avLst/>
            </a:prstGeom>
            <a:grpFill/>
          </p:spPr>
          <p:txBody>
            <a:bodyPr/>
            <a:lstStyle/>
            <a:p>
              <a:endParaRPr lang="en-US"/>
            </a:p>
          </p:txBody>
        </p:sp>
        <p:sp>
          <p:nvSpPr>
            <p:cNvPr id="8" name="AutoShape 8"/>
            <p:cNvSpPr/>
            <p:nvPr/>
          </p:nvSpPr>
          <p:spPr>
            <a:xfrm>
              <a:off x="7770499" y="0"/>
              <a:ext cx="292033" cy="279524"/>
            </a:xfrm>
            <a:prstGeom prst="rect">
              <a:avLst/>
            </a:prstGeom>
            <a:grpFill/>
          </p:spPr>
          <p:txBody>
            <a:bodyPr/>
            <a:lstStyle/>
            <a:p>
              <a:endParaRPr lang="en-US"/>
            </a:p>
          </p:txBody>
        </p:sp>
        <p:sp>
          <p:nvSpPr>
            <p:cNvPr id="9" name="AutoShape 9"/>
            <p:cNvSpPr/>
            <p:nvPr/>
          </p:nvSpPr>
          <p:spPr>
            <a:xfrm>
              <a:off x="15540998" y="0"/>
              <a:ext cx="292033" cy="279524"/>
            </a:xfrm>
            <a:prstGeom prst="rect">
              <a:avLst/>
            </a:prstGeom>
            <a:grpFill/>
          </p:spPr>
          <p:txBody>
            <a:bodyPr/>
            <a:lstStyle/>
            <a:p>
              <a:endParaRPr lang="en-US"/>
            </a:p>
          </p:txBody>
        </p:sp>
      </p:grpSp>
      <p:sp>
        <p:nvSpPr>
          <p:cNvPr id="12" name="AutoShape 2">
            <a:extLst>
              <a:ext uri="{FF2B5EF4-FFF2-40B4-BE49-F238E27FC236}">
                <a16:creationId xmlns:a16="http://schemas.microsoft.com/office/drawing/2014/main" id="{54B605DE-63C5-4B19-89D4-FD69EFF21B44}"/>
              </a:ext>
            </a:extLst>
          </p:cNvPr>
          <p:cNvSpPr/>
          <p:nvPr/>
        </p:nvSpPr>
        <p:spPr>
          <a:xfrm>
            <a:off x="0" y="7886700"/>
            <a:ext cx="18288000" cy="1621070"/>
          </a:xfrm>
          <a:prstGeom prst="rect">
            <a:avLst/>
          </a:prstGeom>
          <a:solidFill>
            <a:srgbClr val="00667A"/>
          </a:solidFill>
        </p:spPr>
        <p:txBody>
          <a:bodyPr/>
          <a:lstStyle/>
          <a:p>
            <a:endParaRPr lang="en-AU"/>
          </a:p>
        </p:txBody>
      </p:sp>
      <p:sp>
        <p:nvSpPr>
          <p:cNvPr id="17" name="TextBox 4">
            <a:extLst>
              <a:ext uri="{FF2B5EF4-FFF2-40B4-BE49-F238E27FC236}">
                <a16:creationId xmlns:a16="http://schemas.microsoft.com/office/drawing/2014/main" id="{EAC90A64-36BA-4EF5-BA95-DA478EAEA9E6}"/>
              </a:ext>
            </a:extLst>
          </p:cNvPr>
          <p:cNvSpPr txBox="1"/>
          <p:nvPr/>
        </p:nvSpPr>
        <p:spPr>
          <a:xfrm>
            <a:off x="1028700" y="1676834"/>
            <a:ext cx="12687300" cy="2250103"/>
          </a:xfrm>
          <a:prstGeom prst="rect">
            <a:avLst/>
          </a:prstGeom>
        </p:spPr>
        <p:txBody>
          <a:bodyPr wrap="square" lIns="0" tIns="0" rIns="0" bIns="0" rtlCol="0" anchor="t">
            <a:spAutoFit/>
          </a:bodyPr>
          <a:lstStyle/>
          <a:p>
            <a:pPr>
              <a:lnSpc>
                <a:spcPct val="114000"/>
              </a:lnSpc>
              <a:spcBef>
                <a:spcPts val="600"/>
              </a:spcBef>
              <a:spcAft>
                <a:spcPts val="600"/>
              </a:spcAft>
            </a:pPr>
            <a:r>
              <a:rPr lang="en-US" sz="3200" b="1" spc="25" dirty="0">
                <a:solidFill>
                  <a:srgbClr val="00667A"/>
                </a:solidFill>
                <a:latin typeface="Arial" panose="020B0604020202020204" pitchFamily="34" charset="0"/>
                <a:cs typeface="Arial" panose="020B0604020202020204" pitchFamily="34" charset="0"/>
              </a:rPr>
              <a:t>MONITORING IMPLEMENTATION AND GAINING FEEDBACK</a:t>
            </a:r>
          </a:p>
          <a:p>
            <a:pPr>
              <a:lnSpc>
                <a:spcPct val="114000"/>
              </a:lnSpc>
              <a:spcBef>
                <a:spcPts val="600"/>
              </a:spcBef>
              <a:spcAft>
                <a:spcPts val="600"/>
              </a:spcAft>
            </a:pPr>
            <a:r>
              <a:rPr lang="en-US" sz="3000" spc="25" dirty="0">
                <a:solidFill>
                  <a:srgbClr val="00667A"/>
                </a:solidFill>
                <a:latin typeface="Arial" panose="020B0604020202020204" pitchFamily="34" charset="0"/>
                <a:cs typeface="Arial" panose="020B0604020202020204" pitchFamily="34" charset="0"/>
              </a:rPr>
              <a:t>During implementation of quality assurance processes, it is important to continually monitor the implementation and also obtain stakeholder feedback.</a:t>
            </a:r>
          </a:p>
        </p:txBody>
      </p:sp>
      <p:sp>
        <p:nvSpPr>
          <p:cNvPr id="14" name="Slide Number Placeholder 10">
            <a:extLst>
              <a:ext uri="{FF2B5EF4-FFF2-40B4-BE49-F238E27FC236}">
                <a16:creationId xmlns:a16="http://schemas.microsoft.com/office/drawing/2014/main" id="{5BC0C534-ADAF-D84D-81C8-2A1D2405EFB8}"/>
              </a:ext>
            </a:extLst>
          </p:cNvPr>
          <p:cNvSpPr txBox="1">
            <a:spLocks/>
          </p:cNvSpPr>
          <p:nvPr/>
        </p:nvSpPr>
        <p:spPr>
          <a:xfrm>
            <a:off x="17526000" y="164563"/>
            <a:ext cx="478452" cy="347857"/>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6F15528-21DE-4FAA-801E-634DDDAF4B2B}" type="slidenum">
              <a:rPr lang="en-US" b="1" smtClean="0">
                <a:solidFill>
                  <a:srgbClr val="31859C"/>
                </a:solidFill>
                <a:latin typeface="Arial" panose="020B0604020202020204" pitchFamily="34" charset="0"/>
                <a:cs typeface="Arial" panose="020B0604020202020204" pitchFamily="34" charset="0"/>
              </a:rPr>
              <a:pPr/>
              <a:t>37</a:t>
            </a:fld>
            <a:endParaRPr lang="en-US" b="1" dirty="0">
              <a:solidFill>
                <a:srgbClr val="31859C"/>
              </a:solidFill>
              <a:latin typeface="Arial" panose="020B0604020202020204" pitchFamily="34" charset="0"/>
              <a:cs typeface="Arial" panose="020B0604020202020204" pitchFamily="34" charset="0"/>
            </a:endParaRPr>
          </a:p>
        </p:txBody>
      </p:sp>
      <p:sp>
        <p:nvSpPr>
          <p:cNvPr id="16" name="Footer Placeholder 9">
            <a:extLst>
              <a:ext uri="{FF2B5EF4-FFF2-40B4-BE49-F238E27FC236}">
                <a16:creationId xmlns:a16="http://schemas.microsoft.com/office/drawing/2014/main" id="{91238751-4B41-A64D-9256-38165806A582}"/>
              </a:ext>
            </a:extLst>
          </p:cNvPr>
          <p:cNvSpPr txBox="1">
            <a:spLocks/>
          </p:cNvSpPr>
          <p:nvPr/>
        </p:nvSpPr>
        <p:spPr>
          <a:xfrm>
            <a:off x="15163800" y="9715499"/>
            <a:ext cx="2895600"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endParaRPr lang="en-US" dirty="0">
              <a:solidFill>
                <a:srgbClr val="00667A"/>
              </a:solidFill>
              <a:latin typeface="Arial" panose="020B0604020202020204" pitchFamily="34" charset="0"/>
              <a:cs typeface="Arial" panose="020B0604020202020204" pitchFamily="34" charset="0"/>
            </a:endParaRPr>
          </a:p>
        </p:txBody>
      </p:sp>
      <p:sp>
        <p:nvSpPr>
          <p:cNvPr id="15" name="Footer Placeholder 9">
            <a:extLst>
              <a:ext uri="{FF2B5EF4-FFF2-40B4-BE49-F238E27FC236}">
                <a16:creationId xmlns:a16="http://schemas.microsoft.com/office/drawing/2014/main" id="{976232BB-FC90-084A-A77F-98BBE7BA4C6D}"/>
              </a:ext>
            </a:extLst>
          </p:cNvPr>
          <p:cNvSpPr>
            <a:spLocks noGrp="1"/>
          </p:cNvSpPr>
          <p:nvPr>
            <p:ph type="ftr" sz="quarter" idx="11"/>
          </p:nvPr>
        </p:nvSpPr>
        <p:spPr>
          <a:xfrm>
            <a:off x="533400" y="9715499"/>
            <a:ext cx="6019800" cy="442894"/>
          </a:xfrm>
        </p:spPr>
        <p:txBody>
          <a:bodyPr/>
          <a:lstStyle/>
          <a:p>
            <a:pPr algn="l"/>
            <a:r>
              <a:rPr lang="en-US" b="1" dirty="0">
                <a:solidFill>
                  <a:srgbClr val="00667A"/>
                </a:solidFill>
                <a:latin typeface="Arial" panose="020B0604020202020204" pitchFamily="34" charset="0"/>
                <a:cs typeface="Arial" panose="020B0604020202020204" pitchFamily="34" charset="0"/>
              </a:rPr>
              <a:t>ICTSAD507 </a:t>
            </a:r>
            <a:r>
              <a:rPr lang="en-US" dirty="0">
                <a:solidFill>
                  <a:srgbClr val="00667A"/>
                </a:solidFill>
                <a:latin typeface="Arial" panose="020B0604020202020204" pitchFamily="34" charset="0"/>
                <a:cs typeface="Arial" panose="020B0604020202020204" pitchFamily="34" charset="0"/>
              </a:rPr>
              <a:t>Design and implement quality assurance processes for business solutions </a:t>
            </a:r>
          </a:p>
        </p:txBody>
      </p:sp>
      <p:sp>
        <p:nvSpPr>
          <p:cNvPr id="18" name="TextBox 3">
            <a:extLst>
              <a:ext uri="{FF2B5EF4-FFF2-40B4-BE49-F238E27FC236}">
                <a16:creationId xmlns:a16="http://schemas.microsoft.com/office/drawing/2014/main" id="{3F271B03-9BE3-614B-BFC7-B7CCF4234146}"/>
              </a:ext>
            </a:extLst>
          </p:cNvPr>
          <p:cNvSpPr txBox="1"/>
          <p:nvPr/>
        </p:nvSpPr>
        <p:spPr>
          <a:xfrm>
            <a:off x="990600" y="7962900"/>
            <a:ext cx="16745495" cy="1435906"/>
          </a:xfrm>
          <a:prstGeom prst="rect">
            <a:avLst/>
          </a:prstGeom>
        </p:spPr>
        <p:txBody>
          <a:bodyPr wrap="square" lIns="0" tIns="0" rIns="0" bIns="0" rtlCol="0" anchor="t">
            <a:spAutoFit/>
          </a:bodyPr>
          <a:lstStyle/>
          <a:p>
            <a:pPr algn="r">
              <a:lnSpc>
                <a:spcPts val="5759"/>
              </a:lnSpc>
            </a:pPr>
            <a:r>
              <a:rPr lang="en-US" sz="4600" spc="192" dirty="0">
                <a:solidFill>
                  <a:schemeClr val="bg1"/>
                </a:solidFill>
                <a:latin typeface="Arial" panose="020B0604020202020204" pitchFamily="34" charset="0"/>
                <a:cs typeface="Arial" panose="020B0604020202020204" pitchFamily="34" charset="0"/>
              </a:rPr>
              <a:t>Topic 3: Implementing and controlling quality assurance processes</a:t>
            </a:r>
          </a:p>
        </p:txBody>
      </p:sp>
    </p:spTree>
    <p:extLst>
      <p:ext uri="{BB962C8B-B14F-4D97-AF65-F5344CB8AC3E}">
        <p14:creationId xmlns:p14="http://schemas.microsoft.com/office/powerpoint/2010/main" val="32028692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 name="TextBox 3"/>
          <p:cNvSpPr txBox="1"/>
          <p:nvPr/>
        </p:nvSpPr>
        <p:spPr>
          <a:xfrm>
            <a:off x="5603551" y="8746411"/>
            <a:ext cx="11716295" cy="717197"/>
          </a:xfrm>
          <a:prstGeom prst="rect">
            <a:avLst/>
          </a:prstGeom>
        </p:spPr>
        <p:txBody>
          <a:bodyPr lIns="0" tIns="0" rIns="0" bIns="0" rtlCol="0" anchor="t">
            <a:spAutoFit/>
          </a:bodyPr>
          <a:lstStyle/>
          <a:p>
            <a:pPr algn="r">
              <a:lnSpc>
                <a:spcPts val="5759"/>
              </a:lnSpc>
            </a:pPr>
            <a:r>
              <a:rPr lang="en-US" sz="4800" spc="192" dirty="0">
                <a:solidFill>
                  <a:srgbClr val="F4F8F3"/>
                </a:solidFill>
                <a:latin typeface="Montserrat Light"/>
              </a:rPr>
              <a:t>Topic 1: Insert topic title </a:t>
            </a:r>
          </a:p>
        </p:txBody>
      </p:sp>
      <p:grpSp>
        <p:nvGrpSpPr>
          <p:cNvPr id="5" name="Group 5"/>
          <p:cNvGrpSpPr/>
          <p:nvPr/>
        </p:nvGrpSpPr>
        <p:grpSpPr>
          <a:xfrm>
            <a:off x="1028700" y="446788"/>
            <a:ext cx="17244000" cy="220040"/>
            <a:chOff x="0" y="0"/>
            <a:chExt cx="23454501" cy="293386"/>
          </a:xfrm>
          <a:solidFill>
            <a:srgbClr val="00667A"/>
          </a:solidFill>
        </p:grpSpPr>
        <p:sp>
          <p:nvSpPr>
            <p:cNvPr id="6" name="AutoShape 6"/>
            <p:cNvSpPr/>
            <p:nvPr/>
          </p:nvSpPr>
          <p:spPr>
            <a:xfrm>
              <a:off x="0" y="125899"/>
              <a:ext cx="23454501" cy="27726"/>
            </a:xfrm>
            <a:prstGeom prst="rect">
              <a:avLst/>
            </a:prstGeom>
            <a:grpFill/>
          </p:spPr>
          <p:txBody>
            <a:bodyPr/>
            <a:lstStyle/>
            <a:p>
              <a:endParaRPr lang="en-US"/>
            </a:p>
          </p:txBody>
        </p:sp>
        <p:sp>
          <p:nvSpPr>
            <p:cNvPr id="7" name="AutoShape 7"/>
            <p:cNvSpPr/>
            <p:nvPr/>
          </p:nvSpPr>
          <p:spPr>
            <a:xfrm>
              <a:off x="0" y="13863"/>
              <a:ext cx="292033" cy="279524"/>
            </a:xfrm>
            <a:prstGeom prst="rect">
              <a:avLst/>
            </a:prstGeom>
            <a:grpFill/>
          </p:spPr>
          <p:txBody>
            <a:bodyPr/>
            <a:lstStyle/>
            <a:p>
              <a:endParaRPr lang="en-US"/>
            </a:p>
          </p:txBody>
        </p:sp>
        <p:sp>
          <p:nvSpPr>
            <p:cNvPr id="8" name="AutoShape 8"/>
            <p:cNvSpPr/>
            <p:nvPr/>
          </p:nvSpPr>
          <p:spPr>
            <a:xfrm>
              <a:off x="7770499" y="0"/>
              <a:ext cx="292033" cy="279524"/>
            </a:xfrm>
            <a:prstGeom prst="rect">
              <a:avLst/>
            </a:prstGeom>
            <a:grpFill/>
          </p:spPr>
          <p:txBody>
            <a:bodyPr/>
            <a:lstStyle/>
            <a:p>
              <a:endParaRPr lang="en-US"/>
            </a:p>
          </p:txBody>
        </p:sp>
        <p:sp>
          <p:nvSpPr>
            <p:cNvPr id="9" name="AutoShape 9"/>
            <p:cNvSpPr/>
            <p:nvPr/>
          </p:nvSpPr>
          <p:spPr>
            <a:xfrm>
              <a:off x="15540998" y="0"/>
              <a:ext cx="292033" cy="279524"/>
            </a:xfrm>
            <a:prstGeom prst="rect">
              <a:avLst/>
            </a:prstGeom>
            <a:grpFill/>
          </p:spPr>
          <p:txBody>
            <a:bodyPr/>
            <a:lstStyle/>
            <a:p>
              <a:endParaRPr lang="en-US"/>
            </a:p>
          </p:txBody>
        </p:sp>
      </p:grpSp>
      <p:sp>
        <p:nvSpPr>
          <p:cNvPr id="12" name="AutoShape 2">
            <a:extLst>
              <a:ext uri="{FF2B5EF4-FFF2-40B4-BE49-F238E27FC236}">
                <a16:creationId xmlns:a16="http://schemas.microsoft.com/office/drawing/2014/main" id="{54B605DE-63C5-4B19-89D4-FD69EFF21B44}"/>
              </a:ext>
            </a:extLst>
          </p:cNvPr>
          <p:cNvSpPr/>
          <p:nvPr/>
        </p:nvSpPr>
        <p:spPr>
          <a:xfrm>
            <a:off x="0" y="7886700"/>
            <a:ext cx="18288000" cy="1621070"/>
          </a:xfrm>
          <a:prstGeom prst="rect">
            <a:avLst/>
          </a:prstGeom>
          <a:solidFill>
            <a:srgbClr val="00667A"/>
          </a:solidFill>
        </p:spPr>
        <p:txBody>
          <a:bodyPr/>
          <a:lstStyle/>
          <a:p>
            <a:endParaRPr lang="en-AU"/>
          </a:p>
        </p:txBody>
      </p:sp>
      <p:sp>
        <p:nvSpPr>
          <p:cNvPr id="17" name="TextBox 4">
            <a:extLst>
              <a:ext uri="{FF2B5EF4-FFF2-40B4-BE49-F238E27FC236}">
                <a16:creationId xmlns:a16="http://schemas.microsoft.com/office/drawing/2014/main" id="{EAC90A64-36BA-4EF5-BA95-DA478EAEA9E6}"/>
              </a:ext>
            </a:extLst>
          </p:cNvPr>
          <p:cNvSpPr txBox="1"/>
          <p:nvPr/>
        </p:nvSpPr>
        <p:spPr>
          <a:xfrm>
            <a:off x="1028700" y="1676834"/>
            <a:ext cx="12687300" cy="2250103"/>
          </a:xfrm>
          <a:prstGeom prst="rect">
            <a:avLst/>
          </a:prstGeom>
        </p:spPr>
        <p:txBody>
          <a:bodyPr wrap="square" lIns="0" tIns="0" rIns="0" bIns="0" rtlCol="0" anchor="t">
            <a:spAutoFit/>
          </a:bodyPr>
          <a:lstStyle/>
          <a:p>
            <a:pPr>
              <a:lnSpc>
                <a:spcPct val="114000"/>
              </a:lnSpc>
              <a:spcBef>
                <a:spcPts val="600"/>
              </a:spcBef>
              <a:spcAft>
                <a:spcPts val="600"/>
              </a:spcAft>
            </a:pPr>
            <a:r>
              <a:rPr lang="en-US" sz="3200" b="1" spc="25" dirty="0">
                <a:solidFill>
                  <a:srgbClr val="00667A"/>
                </a:solidFill>
                <a:latin typeface="Arial" panose="020B0604020202020204" pitchFamily="34" charset="0"/>
                <a:cs typeface="Arial" panose="020B0604020202020204" pitchFamily="34" charset="0"/>
              </a:rPr>
              <a:t>MONITORING QUALITY PROCESS PERFORMANCE</a:t>
            </a:r>
          </a:p>
          <a:p>
            <a:pPr>
              <a:lnSpc>
                <a:spcPct val="114000"/>
              </a:lnSpc>
              <a:spcBef>
                <a:spcPts val="600"/>
              </a:spcBef>
              <a:spcAft>
                <a:spcPts val="600"/>
              </a:spcAft>
            </a:pPr>
            <a:r>
              <a:rPr lang="en-US" sz="3000" spc="25" dirty="0">
                <a:solidFill>
                  <a:srgbClr val="00667A"/>
                </a:solidFill>
                <a:latin typeface="Arial" panose="020B0604020202020204" pitchFamily="34" charset="0"/>
                <a:cs typeface="Arial" panose="020B0604020202020204" pitchFamily="34" charset="0"/>
              </a:rPr>
              <a:t>Remember, however, that whilst stakeholders may undertake the new quality assurance practices, it should still be continually monitored to ensure the performance is up to expectations and standards at all times.</a:t>
            </a:r>
          </a:p>
        </p:txBody>
      </p:sp>
      <p:sp>
        <p:nvSpPr>
          <p:cNvPr id="14" name="Slide Number Placeholder 10">
            <a:extLst>
              <a:ext uri="{FF2B5EF4-FFF2-40B4-BE49-F238E27FC236}">
                <a16:creationId xmlns:a16="http://schemas.microsoft.com/office/drawing/2014/main" id="{5BC0C534-ADAF-D84D-81C8-2A1D2405EFB8}"/>
              </a:ext>
            </a:extLst>
          </p:cNvPr>
          <p:cNvSpPr txBox="1">
            <a:spLocks/>
          </p:cNvSpPr>
          <p:nvPr/>
        </p:nvSpPr>
        <p:spPr>
          <a:xfrm>
            <a:off x="17526000" y="164563"/>
            <a:ext cx="478452" cy="347857"/>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6F15528-21DE-4FAA-801E-634DDDAF4B2B}" type="slidenum">
              <a:rPr lang="en-US" b="1" smtClean="0">
                <a:solidFill>
                  <a:srgbClr val="31859C"/>
                </a:solidFill>
                <a:latin typeface="Arial" panose="020B0604020202020204" pitchFamily="34" charset="0"/>
                <a:cs typeface="Arial" panose="020B0604020202020204" pitchFamily="34" charset="0"/>
              </a:rPr>
              <a:pPr/>
              <a:t>38</a:t>
            </a:fld>
            <a:endParaRPr lang="en-US" b="1" dirty="0">
              <a:solidFill>
                <a:srgbClr val="31859C"/>
              </a:solidFill>
              <a:latin typeface="Arial" panose="020B0604020202020204" pitchFamily="34" charset="0"/>
              <a:cs typeface="Arial" panose="020B0604020202020204" pitchFamily="34" charset="0"/>
            </a:endParaRPr>
          </a:p>
        </p:txBody>
      </p:sp>
      <p:sp>
        <p:nvSpPr>
          <p:cNvPr id="16" name="Footer Placeholder 9">
            <a:extLst>
              <a:ext uri="{FF2B5EF4-FFF2-40B4-BE49-F238E27FC236}">
                <a16:creationId xmlns:a16="http://schemas.microsoft.com/office/drawing/2014/main" id="{91238751-4B41-A64D-9256-38165806A582}"/>
              </a:ext>
            </a:extLst>
          </p:cNvPr>
          <p:cNvSpPr txBox="1">
            <a:spLocks/>
          </p:cNvSpPr>
          <p:nvPr/>
        </p:nvSpPr>
        <p:spPr>
          <a:xfrm>
            <a:off x="15163800" y="9715499"/>
            <a:ext cx="2895600"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endParaRPr lang="en-US" dirty="0">
              <a:solidFill>
                <a:srgbClr val="00667A"/>
              </a:solidFill>
              <a:latin typeface="Arial" panose="020B0604020202020204" pitchFamily="34" charset="0"/>
              <a:cs typeface="Arial" panose="020B0604020202020204" pitchFamily="34" charset="0"/>
            </a:endParaRPr>
          </a:p>
        </p:txBody>
      </p:sp>
      <p:sp>
        <p:nvSpPr>
          <p:cNvPr id="15" name="Footer Placeholder 9">
            <a:extLst>
              <a:ext uri="{FF2B5EF4-FFF2-40B4-BE49-F238E27FC236}">
                <a16:creationId xmlns:a16="http://schemas.microsoft.com/office/drawing/2014/main" id="{976232BB-FC90-084A-A77F-98BBE7BA4C6D}"/>
              </a:ext>
            </a:extLst>
          </p:cNvPr>
          <p:cNvSpPr>
            <a:spLocks noGrp="1"/>
          </p:cNvSpPr>
          <p:nvPr>
            <p:ph type="ftr" sz="quarter" idx="11"/>
          </p:nvPr>
        </p:nvSpPr>
        <p:spPr>
          <a:xfrm>
            <a:off x="533400" y="9715499"/>
            <a:ext cx="6019800" cy="442894"/>
          </a:xfrm>
        </p:spPr>
        <p:txBody>
          <a:bodyPr/>
          <a:lstStyle/>
          <a:p>
            <a:pPr algn="l"/>
            <a:r>
              <a:rPr lang="en-US" b="1" dirty="0">
                <a:solidFill>
                  <a:srgbClr val="00667A"/>
                </a:solidFill>
                <a:latin typeface="Arial" panose="020B0604020202020204" pitchFamily="34" charset="0"/>
                <a:cs typeface="Arial" panose="020B0604020202020204" pitchFamily="34" charset="0"/>
              </a:rPr>
              <a:t>ICTSAD507 </a:t>
            </a:r>
            <a:r>
              <a:rPr lang="en-US" dirty="0">
                <a:solidFill>
                  <a:srgbClr val="00667A"/>
                </a:solidFill>
                <a:latin typeface="Arial" panose="020B0604020202020204" pitchFamily="34" charset="0"/>
                <a:cs typeface="Arial" panose="020B0604020202020204" pitchFamily="34" charset="0"/>
              </a:rPr>
              <a:t>Design and implement quality assurance processes for business solutions </a:t>
            </a:r>
          </a:p>
        </p:txBody>
      </p:sp>
      <p:sp>
        <p:nvSpPr>
          <p:cNvPr id="18" name="TextBox 3">
            <a:extLst>
              <a:ext uri="{FF2B5EF4-FFF2-40B4-BE49-F238E27FC236}">
                <a16:creationId xmlns:a16="http://schemas.microsoft.com/office/drawing/2014/main" id="{3F271B03-9BE3-614B-BFC7-B7CCF4234146}"/>
              </a:ext>
            </a:extLst>
          </p:cNvPr>
          <p:cNvSpPr txBox="1"/>
          <p:nvPr/>
        </p:nvSpPr>
        <p:spPr>
          <a:xfrm>
            <a:off x="990600" y="7962900"/>
            <a:ext cx="16745495" cy="1435906"/>
          </a:xfrm>
          <a:prstGeom prst="rect">
            <a:avLst/>
          </a:prstGeom>
        </p:spPr>
        <p:txBody>
          <a:bodyPr wrap="square" lIns="0" tIns="0" rIns="0" bIns="0" rtlCol="0" anchor="t">
            <a:spAutoFit/>
          </a:bodyPr>
          <a:lstStyle/>
          <a:p>
            <a:pPr algn="r">
              <a:lnSpc>
                <a:spcPts val="5759"/>
              </a:lnSpc>
            </a:pPr>
            <a:r>
              <a:rPr lang="en-US" sz="4600" spc="192" dirty="0">
                <a:solidFill>
                  <a:schemeClr val="bg1"/>
                </a:solidFill>
                <a:latin typeface="Arial" panose="020B0604020202020204" pitchFamily="34" charset="0"/>
                <a:cs typeface="Arial" panose="020B0604020202020204" pitchFamily="34" charset="0"/>
              </a:rPr>
              <a:t>Topic 3: Implementing and controlling quality assurance processes</a:t>
            </a:r>
          </a:p>
        </p:txBody>
      </p:sp>
    </p:spTree>
    <p:extLst>
      <p:ext uri="{BB962C8B-B14F-4D97-AF65-F5344CB8AC3E}">
        <p14:creationId xmlns:p14="http://schemas.microsoft.com/office/powerpoint/2010/main" val="318566913"/>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 name="TextBox 3"/>
          <p:cNvSpPr txBox="1"/>
          <p:nvPr/>
        </p:nvSpPr>
        <p:spPr>
          <a:xfrm>
            <a:off x="5603551" y="8746411"/>
            <a:ext cx="11716295" cy="717197"/>
          </a:xfrm>
          <a:prstGeom prst="rect">
            <a:avLst/>
          </a:prstGeom>
        </p:spPr>
        <p:txBody>
          <a:bodyPr lIns="0" tIns="0" rIns="0" bIns="0" rtlCol="0" anchor="t">
            <a:spAutoFit/>
          </a:bodyPr>
          <a:lstStyle/>
          <a:p>
            <a:pPr algn="r">
              <a:lnSpc>
                <a:spcPts val="5759"/>
              </a:lnSpc>
            </a:pPr>
            <a:r>
              <a:rPr lang="en-US" sz="4800" spc="192" dirty="0">
                <a:solidFill>
                  <a:srgbClr val="F4F8F3"/>
                </a:solidFill>
                <a:latin typeface="Montserrat Light"/>
              </a:rPr>
              <a:t>Topic 1: Insert topic title </a:t>
            </a:r>
          </a:p>
        </p:txBody>
      </p:sp>
      <p:grpSp>
        <p:nvGrpSpPr>
          <p:cNvPr id="5" name="Group 5"/>
          <p:cNvGrpSpPr/>
          <p:nvPr/>
        </p:nvGrpSpPr>
        <p:grpSpPr>
          <a:xfrm>
            <a:off x="1028700" y="446788"/>
            <a:ext cx="17244000" cy="220040"/>
            <a:chOff x="0" y="0"/>
            <a:chExt cx="23454501" cy="293386"/>
          </a:xfrm>
          <a:solidFill>
            <a:srgbClr val="00667A"/>
          </a:solidFill>
        </p:grpSpPr>
        <p:sp>
          <p:nvSpPr>
            <p:cNvPr id="6" name="AutoShape 6"/>
            <p:cNvSpPr/>
            <p:nvPr/>
          </p:nvSpPr>
          <p:spPr>
            <a:xfrm>
              <a:off x="0" y="125899"/>
              <a:ext cx="23454501" cy="27726"/>
            </a:xfrm>
            <a:prstGeom prst="rect">
              <a:avLst/>
            </a:prstGeom>
            <a:grpFill/>
          </p:spPr>
          <p:txBody>
            <a:bodyPr/>
            <a:lstStyle/>
            <a:p>
              <a:endParaRPr lang="en-US"/>
            </a:p>
          </p:txBody>
        </p:sp>
        <p:sp>
          <p:nvSpPr>
            <p:cNvPr id="7" name="AutoShape 7"/>
            <p:cNvSpPr/>
            <p:nvPr/>
          </p:nvSpPr>
          <p:spPr>
            <a:xfrm>
              <a:off x="0" y="13863"/>
              <a:ext cx="292033" cy="279524"/>
            </a:xfrm>
            <a:prstGeom prst="rect">
              <a:avLst/>
            </a:prstGeom>
            <a:grpFill/>
          </p:spPr>
          <p:txBody>
            <a:bodyPr/>
            <a:lstStyle/>
            <a:p>
              <a:endParaRPr lang="en-US"/>
            </a:p>
          </p:txBody>
        </p:sp>
        <p:sp>
          <p:nvSpPr>
            <p:cNvPr id="8" name="AutoShape 8"/>
            <p:cNvSpPr/>
            <p:nvPr/>
          </p:nvSpPr>
          <p:spPr>
            <a:xfrm>
              <a:off x="7770499" y="0"/>
              <a:ext cx="292033" cy="279524"/>
            </a:xfrm>
            <a:prstGeom prst="rect">
              <a:avLst/>
            </a:prstGeom>
            <a:grpFill/>
          </p:spPr>
          <p:txBody>
            <a:bodyPr/>
            <a:lstStyle/>
            <a:p>
              <a:endParaRPr lang="en-US"/>
            </a:p>
          </p:txBody>
        </p:sp>
        <p:sp>
          <p:nvSpPr>
            <p:cNvPr id="9" name="AutoShape 9"/>
            <p:cNvSpPr/>
            <p:nvPr/>
          </p:nvSpPr>
          <p:spPr>
            <a:xfrm>
              <a:off x="15540998" y="0"/>
              <a:ext cx="292033" cy="279524"/>
            </a:xfrm>
            <a:prstGeom prst="rect">
              <a:avLst/>
            </a:prstGeom>
            <a:grpFill/>
          </p:spPr>
          <p:txBody>
            <a:bodyPr/>
            <a:lstStyle/>
            <a:p>
              <a:endParaRPr lang="en-US"/>
            </a:p>
          </p:txBody>
        </p:sp>
      </p:grpSp>
      <p:sp>
        <p:nvSpPr>
          <p:cNvPr id="12" name="AutoShape 2">
            <a:extLst>
              <a:ext uri="{FF2B5EF4-FFF2-40B4-BE49-F238E27FC236}">
                <a16:creationId xmlns:a16="http://schemas.microsoft.com/office/drawing/2014/main" id="{54B605DE-63C5-4B19-89D4-FD69EFF21B44}"/>
              </a:ext>
            </a:extLst>
          </p:cNvPr>
          <p:cNvSpPr/>
          <p:nvPr/>
        </p:nvSpPr>
        <p:spPr>
          <a:xfrm>
            <a:off x="0" y="7886700"/>
            <a:ext cx="18288000" cy="1621070"/>
          </a:xfrm>
          <a:prstGeom prst="rect">
            <a:avLst/>
          </a:prstGeom>
          <a:solidFill>
            <a:srgbClr val="00667A"/>
          </a:solidFill>
        </p:spPr>
        <p:txBody>
          <a:bodyPr/>
          <a:lstStyle/>
          <a:p>
            <a:endParaRPr lang="en-AU"/>
          </a:p>
        </p:txBody>
      </p:sp>
      <p:sp>
        <p:nvSpPr>
          <p:cNvPr id="17" name="TextBox 4">
            <a:extLst>
              <a:ext uri="{FF2B5EF4-FFF2-40B4-BE49-F238E27FC236}">
                <a16:creationId xmlns:a16="http://schemas.microsoft.com/office/drawing/2014/main" id="{EAC90A64-36BA-4EF5-BA95-DA478EAEA9E6}"/>
              </a:ext>
            </a:extLst>
          </p:cNvPr>
          <p:cNvSpPr txBox="1"/>
          <p:nvPr/>
        </p:nvSpPr>
        <p:spPr>
          <a:xfrm>
            <a:off x="1028700" y="1676834"/>
            <a:ext cx="12687300" cy="3456587"/>
          </a:xfrm>
          <a:prstGeom prst="rect">
            <a:avLst/>
          </a:prstGeom>
        </p:spPr>
        <p:txBody>
          <a:bodyPr wrap="square" lIns="0" tIns="0" rIns="0" bIns="0" rtlCol="0" anchor="t">
            <a:spAutoFit/>
          </a:bodyPr>
          <a:lstStyle/>
          <a:p>
            <a:pPr>
              <a:lnSpc>
                <a:spcPct val="114000"/>
              </a:lnSpc>
              <a:spcBef>
                <a:spcPts val="600"/>
              </a:spcBef>
              <a:spcAft>
                <a:spcPts val="600"/>
              </a:spcAft>
            </a:pPr>
            <a:r>
              <a:rPr lang="en-US" sz="3200" b="1" spc="25" dirty="0">
                <a:solidFill>
                  <a:srgbClr val="00667A"/>
                </a:solidFill>
                <a:latin typeface="Arial" panose="020B0604020202020204" pitchFamily="34" charset="0"/>
                <a:cs typeface="Arial" panose="020B0604020202020204" pitchFamily="34" charset="0"/>
              </a:rPr>
              <a:t>QUALITY AUDITS</a:t>
            </a:r>
          </a:p>
          <a:p>
            <a:pPr marL="457200" indent="-457200">
              <a:lnSpc>
                <a:spcPct val="114000"/>
              </a:lnSpc>
              <a:spcBef>
                <a:spcPts val="600"/>
              </a:spcBef>
              <a:spcAft>
                <a:spcPts val="600"/>
              </a:spcAft>
              <a:buFont typeface="Arial" panose="020B0604020202020204" pitchFamily="34" charset="0"/>
              <a:buChar char="•"/>
            </a:pPr>
            <a:r>
              <a:rPr lang="en-US" sz="3000" spc="25" dirty="0">
                <a:solidFill>
                  <a:srgbClr val="00667A"/>
                </a:solidFill>
                <a:latin typeface="Arial" panose="020B0604020202020204" pitchFamily="34" charset="0"/>
                <a:cs typeface="Arial" panose="020B0604020202020204" pitchFamily="34" charset="0"/>
              </a:rPr>
              <a:t>Quality audit is the process of systematic examination of a quality system carried out by an internal or external quality auditor or an audit team. </a:t>
            </a:r>
          </a:p>
          <a:p>
            <a:pPr marL="457200" indent="-457200">
              <a:lnSpc>
                <a:spcPct val="114000"/>
              </a:lnSpc>
              <a:spcBef>
                <a:spcPts val="600"/>
              </a:spcBef>
              <a:spcAft>
                <a:spcPts val="600"/>
              </a:spcAft>
              <a:buFont typeface="Arial" panose="020B0604020202020204" pitchFamily="34" charset="0"/>
              <a:buChar char="•"/>
            </a:pPr>
            <a:r>
              <a:rPr lang="en-US" sz="3000" spc="25" dirty="0">
                <a:solidFill>
                  <a:srgbClr val="00667A"/>
                </a:solidFill>
                <a:latin typeface="Arial" panose="020B0604020202020204" pitchFamily="34" charset="0"/>
                <a:cs typeface="Arial" panose="020B0604020202020204" pitchFamily="34" charset="0"/>
              </a:rPr>
              <a:t>It is an important part of organization's quality management system and is a key element in the ISO quality system standard, ISO 9001.</a:t>
            </a:r>
          </a:p>
        </p:txBody>
      </p:sp>
      <p:sp>
        <p:nvSpPr>
          <p:cNvPr id="14" name="Slide Number Placeholder 10">
            <a:extLst>
              <a:ext uri="{FF2B5EF4-FFF2-40B4-BE49-F238E27FC236}">
                <a16:creationId xmlns:a16="http://schemas.microsoft.com/office/drawing/2014/main" id="{5BC0C534-ADAF-D84D-81C8-2A1D2405EFB8}"/>
              </a:ext>
            </a:extLst>
          </p:cNvPr>
          <p:cNvSpPr txBox="1">
            <a:spLocks/>
          </p:cNvSpPr>
          <p:nvPr/>
        </p:nvSpPr>
        <p:spPr>
          <a:xfrm>
            <a:off x="17526000" y="164563"/>
            <a:ext cx="478452" cy="347857"/>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6F15528-21DE-4FAA-801E-634DDDAF4B2B}" type="slidenum">
              <a:rPr lang="en-US" b="1" smtClean="0">
                <a:solidFill>
                  <a:srgbClr val="31859C"/>
                </a:solidFill>
                <a:latin typeface="Arial" panose="020B0604020202020204" pitchFamily="34" charset="0"/>
                <a:cs typeface="Arial" panose="020B0604020202020204" pitchFamily="34" charset="0"/>
              </a:rPr>
              <a:pPr/>
              <a:t>39</a:t>
            </a:fld>
            <a:endParaRPr lang="en-US" b="1" dirty="0">
              <a:solidFill>
                <a:srgbClr val="31859C"/>
              </a:solidFill>
              <a:latin typeface="Arial" panose="020B0604020202020204" pitchFamily="34" charset="0"/>
              <a:cs typeface="Arial" panose="020B0604020202020204" pitchFamily="34" charset="0"/>
            </a:endParaRPr>
          </a:p>
        </p:txBody>
      </p:sp>
      <p:sp>
        <p:nvSpPr>
          <p:cNvPr id="16" name="Footer Placeholder 9">
            <a:extLst>
              <a:ext uri="{FF2B5EF4-FFF2-40B4-BE49-F238E27FC236}">
                <a16:creationId xmlns:a16="http://schemas.microsoft.com/office/drawing/2014/main" id="{91238751-4B41-A64D-9256-38165806A582}"/>
              </a:ext>
            </a:extLst>
          </p:cNvPr>
          <p:cNvSpPr txBox="1">
            <a:spLocks/>
          </p:cNvSpPr>
          <p:nvPr/>
        </p:nvSpPr>
        <p:spPr>
          <a:xfrm>
            <a:off x="15163800" y="9715499"/>
            <a:ext cx="2895600"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endParaRPr lang="en-US" dirty="0">
              <a:solidFill>
                <a:srgbClr val="00667A"/>
              </a:solidFill>
              <a:latin typeface="Arial" panose="020B0604020202020204" pitchFamily="34" charset="0"/>
              <a:cs typeface="Arial" panose="020B0604020202020204" pitchFamily="34" charset="0"/>
            </a:endParaRPr>
          </a:p>
        </p:txBody>
      </p:sp>
      <p:sp>
        <p:nvSpPr>
          <p:cNvPr id="15" name="Footer Placeholder 9">
            <a:extLst>
              <a:ext uri="{FF2B5EF4-FFF2-40B4-BE49-F238E27FC236}">
                <a16:creationId xmlns:a16="http://schemas.microsoft.com/office/drawing/2014/main" id="{976232BB-FC90-084A-A77F-98BBE7BA4C6D}"/>
              </a:ext>
            </a:extLst>
          </p:cNvPr>
          <p:cNvSpPr>
            <a:spLocks noGrp="1"/>
          </p:cNvSpPr>
          <p:nvPr>
            <p:ph type="ftr" sz="quarter" idx="11"/>
          </p:nvPr>
        </p:nvSpPr>
        <p:spPr>
          <a:xfrm>
            <a:off x="533400" y="9715499"/>
            <a:ext cx="6019800" cy="442894"/>
          </a:xfrm>
        </p:spPr>
        <p:txBody>
          <a:bodyPr/>
          <a:lstStyle/>
          <a:p>
            <a:pPr algn="l"/>
            <a:r>
              <a:rPr lang="en-US" b="1" dirty="0">
                <a:solidFill>
                  <a:srgbClr val="00667A"/>
                </a:solidFill>
                <a:latin typeface="Arial" panose="020B0604020202020204" pitchFamily="34" charset="0"/>
                <a:cs typeface="Arial" panose="020B0604020202020204" pitchFamily="34" charset="0"/>
              </a:rPr>
              <a:t>ICTSAD507 </a:t>
            </a:r>
            <a:r>
              <a:rPr lang="en-US" dirty="0">
                <a:solidFill>
                  <a:srgbClr val="00667A"/>
                </a:solidFill>
                <a:latin typeface="Arial" panose="020B0604020202020204" pitchFamily="34" charset="0"/>
                <a:cs typeface="Arial" panose="020B0604020202020204" pitchFamily="34" charset="0"/>
              </a:rPr>
              <a:t>Design and implement quality assurance processes for business solutions </a:t>
            </a:r>
          </a:p>
        </p:txBody>
      </p:sp>
      <p:sp>
        <p:nvSpPr>
          <p:cNvPr id="18" name="TextBox 3">
            <a:extLst>
              <a:ext uri="{FF2B5EF4-FFF2-40B4-BE49-F238E27FC236}">
                <a16:creationId xmlns:a16="http://schemas.microsoft.com/office/drawing/2014/main" id="{3F271B03-9BE3-614B-BFC7-B7CCF4234146}"/>
              </a:ext>
            </a:extLst>
          </p:cNvPr>
          <p:cNvSpPr txBox="1"/>
          <p:nvPr/>
        </p:nvSpPr>
        <p:spPr>
          <a:xfrm>
            <a:off x="990600" y="7962900"/>
            <a:ext cx="16745495" cy="1435906"/>
          </a:xfrm>
          <a:prstGeom prst="rect">
            <a:avLst/>
          </a:prstGeom>
        </p:spPr>
        <p:txBody>
          <a:bodyPr wrap="square" lIns="0" tIns="0" rIns="0" bIns="0" rtlCol="0" anchor="t">
            <a:spAutoFit/>
          </a:bodyPr>
          <a:lstStyle/>
          <a:p>
            <a:pPr algn="r">
              <a:lnSpc>
                <a:spcPts val="5759"/>
              </a:lnSpc>
            </a:pPr>
            <a:r>
              <a:rPr lang="en-US" sz="4600" spc="192" dirty="0">
                <a:solidFill>
                  <a:schemeClr val="bg1"/>
                </a:solidFill>
                <a:latin typeface="Arial" panose="020B0604020202020204" pitchFamily="34" charset="0"/>
                <a:cs typeface="Arial" panose="020B0604020202020204" pitchFamily="34" charset="0"/>
              </a:rPr>
              <a:t>Topic 3: Implementing and controlling quality assurance processes</a:t>
            </a:r>
          </a:p>
        </p:txBody>
      </p:sp>
    </p:spTree>
    <p:extLst>
      <p:ext uri="{BB962C8B-B14F-4D97-AF65-F5344CB8AC3E}">
        <p14:creationId xmlns:p14="http://schemas.microsoft.com/office/powerpoint/2010/main" val="3482695131"/>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solidFill>
          <a:srgbClr val="00667A"/>
        </a:solidFill>
        <a:effectLst/>
      </p:bgPr>
    </p:bg>
    <p:spTree>
      <p:nvGrpSpPr>
        <p:cNvPr id="1" name=""/>
        <p:cNvGrpSpPr/>
        <p:nvPr/>
      </p:nvGrpSpPr>
      <p:grpSpPr>
        <a:xfrm>
          <a:off x="0" y="0"/>
          <a:ext cx="0" cy="0"/>
          <a:chOff x="0" y="0"/>
          <a:chExt cx="0" cy="0"/>
        </a:xfrm>
      </p:grpSpPr>
      <p:sp>
        <p:nvSpPr>
          <p:cNvPr id="2" name="AutoShape 2"/>
          <p:cNvSpPr/>
          <p:nvPr/>
        </p:nvSpPr>
        <p:spPr>
          <a:xfrm>
            <a:off x="0" y="7886700"/>
            <a:ext cx="18288000" cy="1621070"/>
          </a:xfrm>
          <a:prstGeom prst="rect">
            <a:avLst/>
          </a:prstGeom>
          <a:solidFill>
            <a:schemeClr val="bg1"/>
          </a:solidFill>
        </p:spPr>
        <p:txBody>
          <a:bodyPr/>
          <a:lstStyle/>
          <a:p>
            <a:endParaRPr lang="en-US"/>
          </a:p>
        </p:txBody>
      </p:sp>
      <p:sp>
        <p:nvSpPr>
          <p:cNvPr id="4" name="TextBox 4"/>
          <p:cNvSpPr txBox="1"/>
          <p:nvPr/>
        </p:nvSpPr>
        <p:spPr>
          <a:xfrm>
            <a:off x="2209800" y="1676834"/>
            <a:ext cx="14935200" cy="3610476"/>
          </a:xfrm>
          <a:prstGeom prst="rect">
            <a:avLst/>
          </a:prstGeom>
        </p:spPr>
        <p:txBody>
          <a:bodyPr wrap="square" lIns="0" tIns="0" rIns="0" bIns="0" rtlCol="0" anchor="t">
            <a:spAutoFit/>
          </a:bodyPr>
          <a:lstStyle/>
          <a:p>
            <a:pPr>
              <a:lnSpc>
                <a:spcPct val="114000"/>
              </a:lnSpc>
              <a:spcBef>
                <a:spcPts val="600"/>
              </a:spcBef>
              <a:spcAft>
                <a:spcPts val="600"/>
              </a:spcAft>
            </a:pPr>
            <a:r>
              <a:rPr lang="en-US" sz="3200" b="1" spc="200" dirty="0">
                <a:solidFill>
                  <a:schemeClr val="bg1"/>
                </a:solidFill>
                <a:latin typeface="Arial" panose="020B0604020202020204" pitchFamily="34" charset="0"/>
                <a:cs typeface="Arial" panose="020B0604020202020204" pitchFamily="34" charset="0"/>
              </a:rPr>
              <a:t>ACTIVITY: LISTEN</a:t>
            </a:r>
            <a:endParaRPr lang="en-US" sz="2500" b="1" spc="200" dirty="0">
              <a:solidFill>
                <a:schemeClr val="bg1"/>
              </a:solidFill>
              <a:latin typeface="Arial" panose="020B0604020202020204" pitchFamily="34" charset="0"/>
              <a:cs typeface="Arial" panose="020B0604020202020204" pitchFamily="34" charset="0"/>
            </a:endParaRPr>
          </a:p>
          <a:p>
            <a:pPr>
              <a:lnSpc>
                <a:spcPct val="114000"/>
              </a:lnSpc>
              <a:spcBef>
                <a:spcPts val="600"/>
              </a:spcBef>
              <a:spcAft>
                <a:spcPts val="600"/>
              </a:spcAft>
            </a:pPr>
            <a:r>
              <a:rPr lang="en-US" sz="3000" spc="25" dirty="0">
                <a:solidFill>
                  <a:schemeClr val="bg1"/>
                </a:solidFill>
                <a:latin typeface="Arial" panose="020B0604020202020204" pitchFamily="34" charset="0"/>
                <a:cs typeface="Arial" panose="020B0604020202020204" pitchFamily="34" charset="0"/>
              </a:rPr>
              <a:t>Listen to the following podcast on project audits (please note there is a 1-2 minute advert at the start of the podcast).</a:t>
            </a:r>
          </a:p>
          <a:p>
            <a:pPr>
              <a:lnSpc>
                <a:spcPct val="114000"/>
              </a:lnSpc>
              <a:spcBef>
                <a:spcPts val="600"/>
              </a:spcBef>
              <a:spcAft>
                <a:spcPts val="600"/>
              </a:spcAft>
            </a:pPr>
            <a:r>
              <a:rPr lang="en-US" sz="3000" spc="25" dirty="0">
                <a:solidFill>
                  <a:schemeClr val="bg1"/>
                </a:solidFill>
                <a:latin typeface="Arial" panose="020B0604020202020204" pitchFamily="34" charset="0"/>
                <a:cs typeface="Arial" panose="020B0604020202020204" pitchFamily="34" charset="0"/>
              </a:rPr>
              <a:t>Podcast: </a:t>
            </a:r>
            <a:r>
              <a:rPr lang="en-US" sz="3000" spc="25" dirty="0">
                <a:solidFill>
                  <a:schemeClr val="bg1"/>
                </a:solidFill>
                <a:latin typeface="Arial" panose="020B0604020202020204" pitchFamily="34" charset="0"/>
                <a:cs typeface="Arial" panose="020B0604020202020204" pitchFamily="34" charset="0"/>
                <a:hlinkClick r:id="rId3"/>
              </a:rPr>
              <a:t>http://www.projectauditors.com/MMedia/Project_Auditing_Interview_with_ Joy_Gumz.mp3</a:t>
            </a:r>
            <a:r>
              <a:rPr lang="en-US" sz="3000" spc="25" dirty="0">
                <a:solidFill>
                  <a:schemeClr val="bg1"/>
                </a:solidFill>
                <a:latin typeface="Arial" panose="020B0604020202020204" pitchFamily="34" charset="0"/>
                <a:cs typeface="Arial" panose="020B0604020202020204" pitchFamily="34" charset="0"/>
              </a:rPr>
              <a:t> (21:11)</a:t>
            </a:r>
          </a:p>
          <a:p>
            <a:pPr>
              <a:lnSpc>
                <a:spcPct val="114000"/>
              </a:lnSpc>
              <a:spcBef>
                <a:spcPts val="600"/>
              </a:spcBef>
              <a:spcAft>
                <a:spcPts val="600"/>
              </a:spcAft>
            </a:pPr>
            <a:r>
              <a:rPr lang="en-US" sz="3000" spc="25" dirty="0">
                <a:solidFill>
                  <a:schemeClr val="bg1"/>
                </a:solidFill>
                <a:latin typeface="Arial" panose="020B0604020202020204" pitchFamily="34" charset="0"/>
                <a:cs typeface="Arial" panose="020B0604020202020204" pitchFamily="34" charset="0"/>
              </a:rPr>
              <a:t>Your trainer will facilitate a discussion about the outcomes from the podcast. </a:t>
            </a:r>
          </a:p>
        </p:txBody>
      </p:sp>
      <p:grpSp>
        <p:nvGrpSpPr>
          <p:cNvPr id="17" name="Group 16">
            <a:extLst>
              <a:ext uri="{FF2B5EF4-FFF2-40B4-BE49-F238E27FC236}">
                <a16:creationId xmlns:a16="http://schemas.microsoft.com/office/drawing/2014/main" id="{9BC53F16-C04B-4406-BBF9-D518BC5BACFE}"/>
              </a:ext>
            </a:extLst>
          </p:cNvPr>
          <p:cNvGrpSpPr/>
          <p:nvPr/>
        </p:nvGrpSpPr>
        <p:grpSpPr>
          <a:xfrm>
            <a:off x="1028700" y="495300"/>
            <a:ext cx="17259300" cy="218203"/>
            <a:chOff x="1028700" y="723900"/>
            <a:chExt cx="17259300" cy="218203"/>
          </a:xfrm>
          <a:solidFill>
            <a:schemeClr val="bg1"/>
          </a:solidFill>
        </p:grpSpPr>
        <p:sp>
          <p:nvSpPr>
            <p:cNvPr id="6" name="AutoShape 6"/>
            <p:cNvSpPr/>
            <p:nvPr/>
          </p:nvSpPr>
          <p:spPr>
            <a:xfrm>
              <a:off x="1044000" y="826884"/>
              <a:ext cx="17244000" cy="20795"/>
            </a:xfrm>
            <a:prstGeom prst="rect">
              <a:avLst/>
            </a:prstGeom>
            <a:grpFill/>
          </p:spPr>
          <p:txBody>
            <a:bodyPr/>
            <a:lstStyle/>
            <a:p>
              <a:endParaRPr lang="en-US"/>
            </a:p>
          </p:txBody>
        </p:sp>
        <p:sp>
          <p:nvSpPr>
            <p:cNvPr id="7" name="AutoShape 7"/>
            <p:cNvSpPr/>
            <p:nvPr/>
          </p:nvSpPr>
          <p:spPr>
            <a:xfrm>
              <a:off x="1028700" y="723900"/>
              <a:ext cx="219025" cy="209643"/>
            </a:xfrm>
            <a:prstGeom prst="rect">
              <a:avLst/>
            </a:prstGeom>
            <a:grpFill/>
          </p:spPr>
          <p:txBody>
            <a:bodyPr/>
            <a:lstStyle/>
            <a:p>
              <a:endParaRPr lang="en-US"/>
            </a:p>
          </p:txBody>
        </p:sp>
        <p:sp>
          <p:nvSpPr>
            <p:cNvPr id="8" name="AutoShape 8"/>
            <p:cNvSpPr/>
            <p:nvPr/>
          </p:nvSpPr>
          <p:spPr>
            <a:xfrm>
              <a:off x="6856574" y="732460"/>
              <a:ext cx="219025" cy="209643"/>
            </a:xfrm>
            <a:prstGeom prst="rect">
              <a:avLst/>
            </a:prstGeom>
            <a:grpFill/>
          </p:spPr>
          <p:txBody>
            <a:bodyPr/>
            <a:lstStyle/>
            <a:p>
              <a:endParaRPr lang="en-US"/>
            </a:p>
          </p:txBody>
        </p:sp>
        <p:sp>
          <p:nvSpPr>
            <p:cNvPr id="9" name="AutoShape 9"/>
            <p:cNvSpPr/>
            <p:nvPr/>
          </p:nvSpPr>
          <p:spPr>
            <a:xfrm>
              <a:off x="12684448" y="732460"/>
              <a:ext cx="219025" cy="209643"/>
            </a:xfrm>
            <a:prstGeom prst="rect">
              <a:avLst/>
            </a:prstGeom>
            <a:grpFill/>
          </p:spPr>
          <p:txBody>
            <a:bodyPr/>
            <a:lstStyle/>
            <a:p>
              <a:endParaRPr lang="en-US"/>
            </a:p>
          </p:txBody>
        </p:sp>
      </p:grpSp>
      <p:pic>
        <p:nvPicPr>
          <p:cNvPr id="12" name="Graphic 11" descr="Head with gears">
            <a:extLst>
              <a:ext uri="{FF2B5EF4-FFF2-40B4-BE49-F238E27FC236}">
                <a16:creationId xmlns:a16="http://schemas.microsoft.com/office/drawing/2014/main" id="{24660D36-8AF2-4286-AAA9-78D28F426CF7}"/>
              </a:ext>
            </a:extLst>
          </p:cNvPr>
          <p:cNvPicPr>
            <a:picLocks noChangeAspect="1"/>
          </p:cNvPicPr>
          <p:nvPr/>
        </p:nvPicPr>
        <p:blipFill>
          <a:blip r:embed="rId4">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flipH="1">
            <a:off x="643741" y="1676834"/>
            <a:ext cx="1207968" cy="1207968"/>
          </a:xfrm>
          <a:prstGeom prst="rect">
            <a:avLst/>
          </a:prstGeom>
        </p:spPr>
      </p:pic>
      <p:sp>
        <p:nvSpPr>
          <p:cNvPr id="18" name="Footer Placeholder 9">
            <a:extLst>
              <a:ext uri="{FF2B5EF4-FFF2-40B4-BE49-F238E27FC236}">
                <a16:creationId xmlns:a16="http://schemas.microsoft.com/office/drawing/2014/main" id="{28DCC937-298F-458D-B2D1-4B0524F6D728}"/>
              </a:ext>
            </a:extLst>
          </p:cNvPr>
          <p:cNvSpPr txBox="1">
            <a:spLocks/>
          </p:cNvSpPr>
          <p:nvPr/>
        </p:nvSpPr>
        <p:spPr>
          <a:xfrm>
            <a:off x="15163800" y="9715499"/>
            <a:ext cx="2895600"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endParaRPr lang="en-US" dirty="0">
              <a:solidFill>
                <a:schemeClr val="bg1"/>
              </a:solidFill>
              <a:latin typeface="Arial" panose="020B0604020202020204" pitchFamily="34" charset="0"/>
              <a:cs typeface="Arial" panose="020B0604020202020204" pitchFamily="34" charset="0"/>
            </a:endParaRPr>
          </a:p>
        </p:txBody>
      </p:sp>
      <p:sp>
        <p:nvSpPr>
          <p:cNvPr id="14" name="Slide Number Placeholder 10">
            <a:extLst>
              <a:ext uri="{FF2B5EF4-FFF2-40B4-BE49-F238E27FC236}">
                <a16:creationId xmlns:a16="http://schemas.microsoft.com/office/drawing/2014/main" id="{2CC8EE72-4EB2-A843-A602-EEAF09A8A808}"/>
              </a:ext>
            </a:extLst>
          </p:cNvPr>
          <p:cNvSpPr txBox="1">
            <a:spLocks/>
          </p:cNvSpPr>
          <p:nvPr/>
        </p:nvSpPr>
        <p:spPr>
          <a:xfrm>
            <a:off x="17526000" y="164563"/>
            <a:ext cx="478452" cy="347857"/>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6F15528-21DE-4FAA-801E-634DDDAF4B2B}" type="slidenum">
              <a:rPr lang="en-US" smtClean="0">
                <a:solidFill>
                  <a:schemeClr val="bg1"/>
                </a:solidFill>
                <a:latin typeface="Arial" panose="020B0604020202020204" pitchFamily="34" charset="0"/>
                <a:cs typeface="Arial" panose="020B0604020202020204" pitchFamily="34" charset="0"/>
              </a:rPr>
              <a:pPr/>
              <a:t>40</a:t>
            </a:fld>
            <a:endParaRPr lang="en-US" dirty="0">
              <a:solidFill>
                <a:schemeClr val="bg1"/>
              </a:solidFill>
              <a:latin typeface="Arial" panose="020B0604020202020204" pitchFamily="34" charset="0"/>
              <a:cs typeface="Arial" panose="020B0604020202020204" pitchFamily="34" charset="0"/>
            </a:endParaRPr>
          </a:p>
        </p:txBody>
      </p:sp>
      <p:sp>
        <p:nvSpPr>
          <p:cNvPr id="16" name="Footer Placeholder 9">
            <a:extLst>
              <a:ext uri="{FF2B5EF4-FFF2-40B4-BE49-F238E27FC236}">
                <a16:creationId xmlns:a16="http://schemas.microsoft.com/office/drawing/2014/main" id="{AB9BE680-5A93-6744-9278-BEC84DF3AC8D}"/>
              </a:ext>
            </a:extLst>
          </p:cNvPr>
          <p:cNvSpPr>
            <a:spLocks noGrp="1"/>
          </p:cNvSpPr>
          <p:nvPr>
            <p:ph type="ftr" sz="quarter" idx="11"/>
          </p:nvPr>
        </p:nvSpPr>
        <p:spPr>
          <a:xfrm>
            <a:off x="533400" y="9715499"/>
            <a:ext cx="6019800" cy="442894"/>
          </a:xfrm>
        </p:spPr>
        <p:txBody>
          <a:bodyPr/>
          <a:lstStyle/>
          <a:p>
            <a:pPr algn="l"/>
            <a:r>
              <a:rPr lang="en-US" b="1" dirty="0">
                <a:solidFill>
                  <a:schemeClr val="bg1"/>
                </a:solidFill>
                <a:latin typeface="Arial" panose="020B0604020202020204" pitchFamily="34" charset="0"/>
                <a:cs typeface="Arial" panose="020B0604020202020204" pitchFamily="34" charset="0"/>
              </a:rPr>
              <a:t>ICTSAD507 </a:t>
            </a:r>
            <a:r>
              <a:rPr lang="en-US" dirty="0">
                <a:solidFill>
                  <a:schemeClr val="bg1"/>
                </a:solidFill>
                <a:latin typeface="Arial" panose="020B0604020202020204" pitchFamily="34" charset="0"/>
                <a:cs typeface="Arial" panose="020B0604020202020204" pitchFamily="34" charset="0"/>
              </a:rPr>
              <a:t>Design and implement quality assurance processes for business solutions </a:t>
            </a:r>
          </a:p>
        </p:txBody>
      </p:sp>
      <p:sp>
        <p:nvSpPr>
          <p:cNvPr id="15" name="TextBox 3">
            <a:extLst>
              <a:ext uri="{FF2B5EF4-FFF2-40B4-BE49-F238E27FC236}">
                <a16:creationId xmlns:a16="http://schemas.microsoft.com/office/drawing/2014/main" id="{F13A5C20-5D35-434F-B220-AAD270D0A891}"/>
              </a:ext>
            </a:extLst>
          </p:cNvPr>
          <p:cNvSpPr txBox="1"/>
          <p:nvPr/>
        </p:nvSpPr>
        <p:spPr>
          <a:xfrm>
            <a:off x="990600" y="7962900"/>
            <a:ext cx="16745495" cy="1435906"/>
          </a:xfrm>
          <a:prstGeom prst="rect">
            <a:avLst/>
          </a:prstGeom>
        </p:spPr>
        <p:txBody>
          <a:bodyPr wrap="square" lIns="0" tIns="0" rIns="0" bIns="0" rtlCol="0" anchor="t">
            <a:spAutoFit/>
          </a:bodyPr>
          <a:lstStyle/>
          <a:p>
            <a:pPr algn="r">
              <a:lnSpc>
                <a:spcPts val="5759"/>
              </a:lnSpc>
            </a:pPr>
            <a:r>
              <a:rPr lang="en-US" sz="4600" spc="192" dirty="0">
                <a:solidFill>
                  <a:srgbClr val="00667A"/>
                </a:solidFill>
                <a:latin typeface="Arial" panose="020B0604020202020204" pitchFamily="34" charset="0"/>
                <a:cs typeface="Arial" panose="020B0604020202020204" pitchFamily="34" charset="0"/>
              </a:rPr>
              <a:t>Topic 3: Implementing and controlling quality assurance processes</a:t>
            </a:r>
          </a:p>
        </p:txBody>
      </p:sp>
    </p:spTree>
    <p:extLst>
      <p:ext uri="{BB962C8B-B14F-4D97-AF65-F5344CB8AC3E}">
        <p14:creationId xmlns:p14="http://schemas.microsoft.com/office/powerpoint/2010/main" val="2452237744"/>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3"/>
          <p:cNvSpPr txBox="1"/>
          <p:nvPr/>
        </p:nvSpPr>
        <p:spPr>
          <a:xfrm>
            <a:off x="5603551" y="8746411"/>
            <a:ext cx="11716295" cy="717197"/>
          </a:xfrm>
          <a:prstGeom prst="rect">
            <a:avLst/>
          </a:prstGeom>
        </p:spPr>
        <p:txBody>
          <a:bodyPr lIns="0" tIns="0" rIns="0" bIns="0" rtlCol="0" anchor="t">
            <a:spAutoFit/>
          </a:bodyPr>
          <a:lstStyle/>
          <a:p>
            <a:pPr algn="r">
              <a:lnSpc>
                <a:spcPts val="5759"/>
              </a:lnSpc>
            </a:pPr>
            <a:r>
              <a:rPr lang="en-US" sz="4800" spc="192" dirty="0">
                <a:solidFill>
                  <a:srgbClr val="F4F8F3"/>
                </a:solidFill>
                <a:latin typeface="Montserrat Light"/>
              </a:rPr>
              <a:t>Topic 1: Insert topic title </a:t>
            </a:r>
          </a:p>
        </p:txBody>
      </p:sp>
      <p:grpSp>
        <p:nvGrpSpPr>
          <p:cNvPr id="5" name="Group 5"/>
          <p:cNvGrpSpPr/>
          <p:nvPr/>
        </p:nvGrpSpPr>
        <p:grpSpPr>
          <a:xfrm>
            <a:off x="1028700" y="446788"/>
            <a:ext cx="17244000" cy="220040"/>
            <a:chOff x="0" y="0"/>
            <a:chExt cx="23454501" cy="293386"/>
          </a:xfrm>
          <a:solidFill>
            <a:srgbClr val="00667A"/>
          </a:solidFill>
        </p:grpSpPr>
        <p:sp>
          <p:nvSpPr>
            <p:cNvPr id="6" name="AutoShape 6"/>
            <p:cNvSpPr/>
            <p:nvPr/>
          </p:nvSpPr>
          <p:spPr>
            <a:xfrm>
              <a:off x="0" y="125899"/>
              <a:ext cx="23454501" cy="27726"/>
            </a:xfrm>
            <a:prstGeom prst="rect">
              <a:avLst/>
            </a:prstGeom>
            <a:grpFill/>
          </p:spPr>
          <p:txBody>
            <a:bodyPr/>
            <a:lstStyle/>
            <a:p>
              <a:endParaRPr lang="en-US"/>
            </a:p>
          </p:txBody>
        </p:sp>
        <p:sp>
          <p:nvSpPr>
            <p:cNvPr id="7" name="AutoShape 7"/>
            <p:cNvSpPr/>
            <p:nvPr/>
          </p:nvSpPr>
          <p:spPr>
            <a:xfrm>
              <a:off x="0" y="13863"/>
              <a:ext cx="292033" cy="279524"/>
            </a:xfrm>
            <a:prstGeom prst="rect">
              <a:avLst/>
            </a:prstGeom>
            <a:grpFill/>
          </p:spPr>
          <p:txBody>
            <a:bodyPr/>
            <a:lstStyle/>
            <a:p>
              <a:endParaRPr lang="en-US"/>
            </a:p>
          </p:txBody>
        </p:sp>
        <p:sp>
          <p:nvSpPr>
            <p:cNvPr id="8" name="AutoShape 8"/>
            <p:cNvSpPr/>
            <p:nvPr/>
          </p:nvSpPr>
          <p:spPr>
            <a:xfrm>
              <a:off x="7770499" y="0"/>
              <a:ext cx="292033" cy="279524"/>
            </a:xfrm>
            <a:prstGeom prst="rect">
              <a:avLst/>
            </a:prstGeom>
            <a:grpFill/>
          </p:spPr>
          <p:txBody>
            <a:bodyPr/>
            <a:lstStyle/>
            <a:p>
              <a:endParaRPr lang="en-US"/>
            </a:p>
          </p:txBody>
        </p:sp>
        <p:sp>
          <p:nvSpPr>
            <p:cNvPr id="9" name="AutoShape 9"/>
            <p:cNvSpPr/>
            <p:nvPr/>
          </p:nvSpPr>
          <p:spPr>
            <a:xfrm>
              <a:off x="15540998" y="0"/>
              <a:ext cx="292033" cy="279524"/>
            </a:xfrm>
            <a:prstGeom prst="rect">
              <a:avLst/>
            </a:prstGeom>
            <a:grpFill/>
          </p:spPr>
          <p:txBody>
            <a:bodyPr/>
            <a:lstStyle/>
            <a:p>
              <a:endParaRPr lang="en-US"/>
            </a:p>
          </p:txBody>
        </p:sp>
      </p:grpSp>
      <p:sp>
        <p:nvSpPr>
          <p:cNvPr id="12" name="AutoShape 2">
            <a:extLst>
              <a:ext uri="{FF2B5EF4-FFF2-40B4-BE49-F238E27FC236}">
                <a16:creationId xmlns:a16="http://schemas.microsoft.com/office/drawing/2014/main" id="{54B605DE-63C5-4B19-89D4-FD69EFF21B44}"/>
              </a:ext>
            </a:extLst>
          </p:cNvPr>
          <p:cNvSpPr/>
          <p:nvPr/>
        </p:nvSpPr>
        <p:spPr>
          <a:xfrm>
            <a:off x="0" y="7886700"/>
            <a:ext cx="18288000" cy="1621070"/>
          </a:xfrm>
          <a:prstGeom prst="rect">
            <a:avLst/>
          </a:prstGeom>
          <a:solidFill>
            <a:srgbClr val="00667A"/>
          </a:solidFill>
        </p:spPr>
        <p:txBody>
          <a:bodyPr/>
          <a:lstStyle/>
          <a:p>
            <a:endParaRPr lang="en-AU"/>
          </a:p>
        </p:txBody>
      </p:sp>
      <p:sp>
        <p:nvSpPr>
          <p:cNvPr id="17" name="TextBox 4">
            <a:extLst>
              <a:ext uri="{FF2B5EF4-FFF2-40B4-BE49-F238E27FC236}">
                <a16:creationId xmlns:a16="http://schemas.microsoft.com/office/drawing/2014/main" id="{EAC90A64-36BA-4EF5-BA95-DA478EAEA9E6}"/>
              </a:ext>
            </a:extLst>
          </p:cNvPr>
          <p:cNvSpPr txBox="1"/>
          <p:nvPr/>
        </p:nvSpPr>
        <p:spPr>
          <a:xfrm>
            <a:off x="1028700" y="1676834"/>
            <a:ext cx="12687300" cy="2776401"/>
          </a:xfrm>
          <a:prstGeom prst="rect">
            <a:avLst/>
          </a:prstGeom>
        </p:spPr>
        <p:txBody>
          <a:bodyPr wrap="square" lIns="0" tIns="0" rIns="0" bIns="0" rtlCol="0" anchor="t">
            <a:spAutoFit/>
          </a:bodyPr>
          <a:lstStyle/>
          <a:p>
            <a:pPr>
              <a:lnSpc>
                <a:spcPct val="114000"/>
              </a:lnSpc>
              <a:spcBef>
                <a:spcPts val="600"/>
              </a:spcBef>
              <a:spcAft>
                <a:spcPts val="600"/>
              </a:spcAft>
            </a:pPr>
            <a:r>
              <a:rPr lang="en-US" sz="3200" b="1" spc="25" dirty="0">
                <a:solidFill>
                  <a:srgbClr val="00667A"/>
                </a:solidFill>
                <a:latin typeface="Arial" panose="020B0604020202020204" pitchFamily="34" charset="0"/>
                <a:cs typeface="Arial" panose="020B0604020202020204" pitchFamily="34" charset="0"/>
              </a:rPr>
              <a:t>SYSTEM BREAKDOWNS AND CORRECTIVE ACTION</a:t>
            </a:r>
          </a:p>
          <a:p>
            <a:pPr>
              <a:lnSpc>
                <a:spcPct val="114000"/>
              </a:lnSpc>
              <a:spcBef>
                <a:spcPts val="600"/>
              </a:spcBef>
              <a:spcAft>
                <a:spcPts val="600"/>
              </a:spcAft>
            </a:pPr>
            <a:r>
              <a:rPr lang="en-US" sz="3000" spc="25" dirty="0">
                <a:solidFill>
                  <a:srgbClr val="00667A"/>
                </a:solidFill>
                <a:latin typeface="Arial" panose="020B0604020202020204" pitchFamily="34" charset="0"/>
                <a:cs typeface="Arial" panose="020B0604020202020204" pitchFamily="34" charset="0"/>
              </a:rPr>
              <a:t>System breakdowns can be cause by a number of reasons. At this point you would need to create corrective action requests. Corrective actions are used to identify, resolve and prevent issues of non-compliance to the quality assurance plan being implemented.</a:t>
            </a:r>
          </a:p>
        </p:txBody>
      </p:sp>
      <p:sp>
        <p:nvSpPr>
          <p:cNvPr id="14" name="Slide Number Placeholder 10">
            <a:extLst>
              <a:ext uri="{FF2B5EF4-FFF2-40B4-BE49-F238E27FC236}">
                <a16:creationId xmlns:a16="http://schemas.microsoft.com/office/drawing/2014/main" id="{5BC0C534-ADAF-D84D-81C8-2A1D2405EFB8}"/>
              </a:ext>
            </a:extLst>
          </p:cNvPr>
          <p:cNvSpPr txBox="1">
            <a:spLocks/>
          </p:cNvSpPr>
          <p:nvPr/>
        </p:nvSpPr>
        <p:spPr>
          <a:xfrm>
            <a:off x="17526000" y="164563"/>
            <a:ext cx="478452" cy="347857"/>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6F15528-21DE-4FAA-801E-634DDDAF4B2B}" type="slidenum">
              <a:rPr lang="en-US" b="1" smtClean="0">
                <a:solidFill>
                  <a:srgbClr val="31859C"/>
                </a:solidFill>
                <a:latin typeface="Arial" panose="020B0604020202020204" pitchFamily="34" charset="0"/>
                <a:cs typeface="Arial" panose="020B0604020202020204" pitchFamily="34" charset="0"/>
              </a:rPr>
              <a:pPr/>
              <a:t>41</a:t>
            </a:fld>
            <a:endParaRPr lang="en-US" b="1" dirty="0">
              <a:solidFill>
                <a:srgbClr val="31859C"/>
              </a:solidFill>
              <a:latin typeface="Arial" panose="020B0604020202020204" pitchFamily="34" charset="0"/>
              <a:cs typeface="Arial" panose="020B0604020202020204" pitchFamily="34" charset="0"/>
            </a:endParaRPr>
          </a:p>
        </p:txBody>
      </p:sp>
      <p:sp>
        <p:nvSpPr>
          <p:cNvPr id="16" name="Footer Placeholder 9">
            <a:extLst>
              <a:ext uri="{FF2B5EF4-FFF2-40B4-BE49-F238E27FC236}">
                <a16:creationId xmlns:a16="http://schemas.microsoft.com/office/drawing/2014/main" id="{91238751-4B41-A64D-9256-38165806A582}"/>
              </a:ext>
            </a:extLst>
          </p:cNvPr>
          <p:cNvSpPr txBox="1">
            <a:spLocks/>
          </p:cNvSpPr>
          <p:nvPr/>
        </p:nvSpPr>
        <p:spPr>
          <a:xfrm>
            <a:off x="15163800" y="9715499"/>
            <a:ext cx="2895600"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endParaRPr lang="en-US" dirty="0">
              <a:solidFill>
                <a:srgbClr val="00667A"/>
              </a:solidFill>
              <a:latin typeface="Arial" panose="020B0604020202020204" pitchFamily="34" charset="0"/>
              <a:cs typeface="Arial" panose="020B0604020202020204" pitchFamily="34" charset="0"/>
            </a:endParaRPr>
          </a:p>
        </p:txBody>
      </p:sp>
      <p:sp>
        <p:nvSpPr>
          <p:cNvPr id="15" name="Footer Placeholder 9">
            <a:extLst>
              <a:ext uri="{FF2B5EF4-FFF2-40B4-BE49-F238E27FC236}">
                <a16:creationId xmlns:a16="http://schemas.microsoft.com/office/drawing/2014/main" id="{976232BB-FC90-084A-A77F-98BBE7BA4C6D}"/>
              </a:ext>
            </a:extLst>
          </p:cNvPr>
          <p:cNvSpPr>
            <a:spLocks noGrp="1"/>
          </p:cNvSpPr>
          <p:nvPr>
            <p:ph type="ftr" sz="quarter" idx="11"/>
          </p:nvPr>
        </p:nvSpPr>
        <p:spPr>
          <a:xfrm>
            <a:off x="533400" y="9715499"/>
            <a:ext cx="6019800" cy="442894"/>
          </a:xfrm>
        </p:spPr>
        <p:txBody>
          <a:bodyPr/>
          <a:lstStyle/>
          <a:p>
            <a:pPr algn="l"/>
            <a:r>
              <a:rPr lang="en-US" b="1" dirty="0">
                <a:solidFill>
                  <a:srgbClr val="00667A"/>
                </a:solidFill>
                <a:latin typeface="Arial" panose="020B0604020202020204" pitchFamily="34" charset="0"/>
                <a:cs typeface="Arial" panose="020B0604020202020204" pitchFamily="34" charset="0"/>
              </a:rPr>
              <a:t>ICTSAD507 </a:t>
            </a:r>
            <a:r>
              <a:rPr lang="en-US" dirty="0">
                <a:solidFill>
                  <a:srgbClr val="00667A"/>
                </a:solidFill>
                <a:latin typeface="Arial" panose="020B0604020202020204" pitchFamily="34" charset="0"/>
                <a:cs typeface="Arial" panose="020B0604020202020204" pitchFamily="34" charset="0"/>
              </a:rPr>
              <a:t>Design and implement quality assurance processes for business solutions </a:t>
            </a:r>
          </a:p>
        </p:txBody>
      </p:sp>
      <p:sp>
        <p:nvSpPr>
          <p:cNvPr id="18" name="TextBox 3">
            <a:extLst>
              <a:ext uri="{FF2B5EF4-FFF2-40B4-BE49-F238E27FC236}">
                <a16:creationId xmlns:a16="http://schemas.microsoft.com/office/drawing/2014/main" id="{3F271B03-9BE3-614B-BFC7-B7CCF4234146}"/>
              </a:ext>
            </a:extLst>
          </p:cNvPr>
          <p:cNvSpPr txBox="1"/>
          <p:nvPr/>
        </p:nvSpPr>
        <p:spPr>
          <a:xfrm>
            <a:off x="990600" y="7962900"/>
            <a:ext cx="16745495" cy="1435906"/>
          </a:xfrm>
          <a:prstGeom prst="rect">
            <a:avLst/>
          </a:prstGeom>
        </p:spPr>
        <p:txBody>
          <a:bodyPr wrap="square" lIns="0" tIns="0" rIns="0" bIns="0" rtlCol="0" anchor="t">
            <a:spAutoFit/>
          </a:bodyPr>
          <a:lstStyle/>
          <a:p>
            <a:pPr algn="r">
              <a:lnSpc>
                <a:spcPts val="5759"/>
              </a:lnSpc>
            </a:pPr>
            <a:r>
              <a:rPr lang="en-US" sz="4600" spc="192" dirty="0">
                <a:solidFill>
                  <a:schemeClr val="bg1"/>
                </a:solidFill>
                <a:latin typeface="Arial" panose="020B0604020202020204" pitchFamily="34" charset="0"/>
                <a:cs typeface="Arial" panose="020B0604020202020204" pitchFamily="34" charset="0"/>
              </a:rPr>
              <a:t>Topic 3: Implementing and controlling quality assurance processes</a:t>
            </a:r>
          </a:p>
        </p:txBody>
      </p:sp>
    </p:spTree>
    <p:extLst>
      <p:ext uri="{BB962C8B-B14F-4D97-AF65-F5344CB8AC3E}">
        <p14:creationId xmlns:p14="http://schemas.microsoft.com/office/powerpoint/2010/main" val="2846950"/>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bg>
      <p:bgPr>
        <a:solidFill>
          <a:srgbClr val="00667A"/>
        </a:solidFill>
        <a:effectLst/>
      </p:bgPr>
    </p:bg>
    <p:spTree>
      <p:nvGrpSpPr>
        <p:cNvPr id="1" name=""/>
        <p:cNvGrpSpPr/>
        <p:nvPr/>
      </p:nvGrpSpPr>
      <p:grpSpPr>
        <a:xfrm>
          <a:off x="0" y="0"/>
          <a:ext cx="0" cy="0"/>
          <a:chOff x="0" y="0"/>
          <a:chExt cx="0" cy="0"/>
        </a:xfrm>
      </p:grpSpPr>
      <p:sp>
        <p:nvSpPr>
          <p:cNvPr id="2" name="AutoShape 2"/>
          <p:cNvSpPr/>
          <p:nvPr/>
        </p:nvSpPr>
        <p:spPr>
          <a:xfrm>
            <a:off x="0" y="7886700"/>
            <a:ext cx="18288000" cy="1621070"/>
          </a:xfrm>
          <a:prstGeom prst="rect">
            <a:avLst/>
          </a:prstGeom>
          <a:solidFill>
            <a:schemeClr val="bg1"/>
          </a:solidFill>
        </p:spPr>
        <p:txBody>
          <a:bodyPr/>
          <a:lstStyle/>
          <a:p>
            <a:endParaRPr lang="en-US"/>
          </a:p>
        </p:txBody>
      </p:sp>
      <p:sp>
        <p:nvSpPr>
          <p:cNvPr id="4" name="TextBox 4"/>
          <p:cNvSpPr txBox="1"/>
          <p:nvPr/>
        </p:nvSpPr>
        <p:spPr>
          <a:xfrm>
            <a:off x="2209800" y="1676834"/>
            <a:ext cx="14935200" cy="4290662"/>
          </a:xfrm>
          <a:prstGeom prst="rect">
            <a:avLst/>
          </a:prstGeom>
        </p:spPr>
        <p:txBody>
          <a:bodyPr wrap="square" lIns="0" tIns="0" rIns="0" bIns="0" rtlCol="0" anchor="t">
            <a:spAutoFit/>
          </a:bodyPr>
          <a:lstStyle/>
          <a:p>
            <a:pPr>
              <a:lnSpc>
                <a:spcPct val="114000"/>
              </a:lnSpc>
              <a:spcBef>
                <a:spcPts val="600"/>
              </a:spcBef>
              <a:spcAft>
                <a:spcPts val="600"/>
              </a:spcAft>
            </a:pPr>
            <a:r>
              <a:rPr lang="en-US" sz="3200" b="1" spc="200" dirty="0">
                <a:solidFill>
                  <a:schemeClr val="bg1"/>
                </a:solidFill>
                <a:latin typeface="Arial" panose="020B0604020202020204" pitchFamily="34" charset="0"/>
                <a:cs typeface="Arial" panose="020B0604020202020204" pitchFamily="34" charset="0"/>
              </a:rPr>
              <a:t>ACTIVITY: PROJECT</a:t>
            </a:r>
            <a:endParaRPr lang="en-US" sz="2500" b="1" spc="200" dirty="0">
              <a:solidFill>
                <a:schemeClr val="bg1"/>
              </a:solidFill>
              <a:latin typeface="Arial" panose="020B0604020202020204" pitchFamily="34" charset="0"/>
              <a:cs typeface="Arial" panose="020B0604020202020204" pitchFamily="34" charset="0"/>
            </a:endParaRPr>
          </a:p>
          <a:p>
            <a:pPr>
              <a:lnSpc>
                <a:spcPct val="114000"/>
              </a:lnSpc>
              <a:spcBef>
                <a:spcPts val="600"/>
              </a:spcBef>
              <a:spcAft>
                <a:spcPts val="600"/>
              </a:spcAft>
            </a:pPr>
            <a:r>
              <a:rPr lang="en-US" sz="3000" spc="25" dirty="0">
                <a:solidFill>
                  <a:schemeClr val="bg1"/>
                </a:solidFill>
                <a:latin typeface="Arial" panose="020B0604020202020204" pitchFamily="34" charset="0"/>
                <a:cs typeface="Arial" panose="020B0604020202020204" pitchFamily="34" charset="0"/>
              </a:rPr>
              <a:t>Undertake the following tasks:</a:t>
            </a:r>
          </a:p>
          <a:p>
            <a:pPr marL="457200" indent="-457200">
              <a:lnSpc>
                <a:spcPct val="114000"/>
              </a:lnSpc>
              <a:spcBef>
                <a:spcPts val="600"/>
              </a:spcBef>
              <a:spcAft>
                <a:spcPts val="600"/>
              </a:spcAft>
              <a:buFont typeface="Arial" panose="020B0604020202020204" pitchFamily="34" charset="0"/>
              <a:buChar char="•"/>
            </a:pPr>
            <a:r>
              <a:rPr lang="en-US" sz="3000" spc="25" dirty="0">
                <a:solidFill>
                  <a:schemeClr val="bg1"/>
                </a:solidFill>
                <a:latin typeface="Arial" panose="020B0604020202020204" pitchFamily="34" charset="0"/>
                <a:cs typeface="Arial" panose="020B0604020202020204" pitchFamily="34" charset="0"/>
              </a:rPr>
              <a:t>Explain how you would implement quality performance guidelines, procedures and processes as per the quality management plan.</a:t>
            </a:r>
          </a:p>
          <a:p>
            <a:pPr marL="457200" indent="-457200">
              <a:lnSpc>
                <a:spcPct val="114000"/>
              </a:lnSpc>
              <a:spcBef>
                <a:spcPts val="600"/>
              </a:spcBef>
              <a:spcAft>
                <a:spcPts val="600"/>
              </a:spcAft>
              <a:buFont typeface="Arial" panose="020B0604020202020204" pitchFamily="34" charset="0"/>
              <a:buChar char="•"/>
            </a:pPr>
            <a:r>
              <a:rPr lang="en-US" sz="3000" spc="25" dirty="0">
                <a:solidFill>
                  <a:schemeClr val="bg1"/>
                </a:solidFill>
                <a:latin typeface="Arial" panose="020B0604020202020204" pitchFamily="34" charset="0"/>
                <a:cs typeface="Arial" panose="020B0604020202020204" pitchFamily="34" charset="0"/>
              </a:rPr>
              <a:t>Explain how this could be monitored and reported upon for quality assurance.</a:t>
            </a:r>
          </a:p>
          <a:p>
            <a:pPr marL="457200" indent="-457200">
              <a:lnSpc>
                <a:spcPct val="114000"/>
              </a:lnSpc>
              <a:spcBef>
                <a:spcPts val="600"/>
              </a:spcBef>
              <a:spcAft>
                <a:spcPts val="600"/>
              </a:spcAft>
              <a:buFont typeface="Arial" panose="020B0604020202020204" pitchFamily="34" charset="0"/>
              <a:buChar char="•"/>
            </a:pPr>
            <a:r>
              <a:rPr lang="en-US" sz="3000" spc="25" dirty="0">
                <a:solidFill>
                  <a:schemeClr val="bg1"/>
                </a:solidFill>
                <a:latin typeface="Arial" panose="020B0604020202020204" pitchFamily="34" charset="0"/>
                <a:cs typeface="Arial" panose="020B0604020202020204" pitchFamily="34" charset="0"/>
              </a:rPr>
              <a:t>Explain how you will identify and record breakdowns in the system and create corrective action requests.</a:t>
            </a:r>
          </a:p>
        </p:txBody>
      </p:sp>
      <p:grpSp>
        <p:nvGrpSpPr>
          <p:cNvPr id="17" name="Group 16">
            <a:extLst>
              <a:ext uri="{FF2B5EF4-FFF2-40B4-BE49-F238E27FC236}">
                <a16:creationId xmlns:a16="http://schemas.microsoft.com/office/drawing/2014/main" id="{9BC53F16-C04B-4406-BBF9-D518BC5BACFE}"/>
              </a:ext>
            </a:extLst>
          </p:cNvPr>
          <p:cNvGrpSpPr/>
          <p:nvPr/>
        </p:nvGrpSpPr>
        <p:grpSpPr>
          <a:xfrm>
            <a:off x="1028700" y="495300"/>
            <a:ext cx="17259300" cy="218203"/>
            <a:chOff x="1028700" y="723900"/>
            <a:chExt cx="17259300" cy="218203"/>
          </a:xfrm>
          <a:solidFill>
            <a:schemeClr val="bg1"/>
          </a:solidFill>
        </p:grpSpPr>
        <p:sp>
          <p:nvSpPr>
            <p:cNvPr id="6" name="AutoShape 6"/>
            <p:cNvSpPr/>
            <p:nvPr/>
          </p:nvSpPr>
          <p:spPr>
            <a:xfrm>
              <a:off x="1044000" y="826884"/>
              <a:ext cx="17244000" cy="20795"/>
            </a:xfrm>
            <a:prstGeom prst="rect">
              <a:avLst/>
            </a:prstGeom>
            <a:grpFill/>
          </p:spPr>
          <p:txBody>
            <a:bodyPr/>
            <a:lstStyle/>
            <a:p>
              <a:endParaRPr lang="en-US"/>
            </a:p>
          </p:txBody>
        </p:sp>
        <p:sp>
          <p:nvSpPr>
            <p:cNvPr id="7" name="AutoShape 7"/>
            <p:cNvSpPr/>
            <p:nvPr/>
          </p:nvSpPr>
          <p:spPr>
            <a:xfrm>
              <a:off x="1028700" y="723900"/>
              <a:ext cx="219025" cy="209643"/>
            </a:xfrm>
            <a:prstGeom prst="rect">
              <a:avLst/>
            </a:prstGeom>
            <a:grpFill/>
          </p:spPr>
          <p:txBody>
            <a:bodyPr/>
            <a:lstStyle/>
            <a:p>
              <a:endParaRPr lang="en-US"/>
            </a:p>
          </p:txBody>
        </p:sp>
        <p:sp>
          <p:nvSpPr>
            <p:cNvPr id="8" name="AutoShape 8"/>
            <p:cNvSpPr/>
            <p:nvPr/>
          </p:nvSpPr>
          <p:spPr>
            <a:xfrm>
              <a:off x="6856574" y="732460"/>
              <a:ext cx="219025" cy="209643"/>
            </a:xfrm>
            <a:prstGeom prst="rect">
              <a:avLst/>
            </a:prstGeom>
            <a:grpFill/>
          </p:spPr>
          <p:txBody>
            <a:bodyPr/>
            <a:lstStyle/>
            <a:p>
              <a:endParaRPr lang="en-US"/>
            </a:p>
          </p:txBody>
        </p:sp>
        <p:sp>
          <p:nvSpPr>
            <p:cNvPr id="9" name="AutoShape 9"/>
            <p:cNvSpPr/>
            <p:nvPr/>
          </p:nvSpPr>
          <p:spPr>
            <a:xfrm>
              <a:off x="12684448" y="732460"/>
              <a:ext cx="219025" cy="209643"/>
            </a:xfrm>
            <a:prstGeom prst="rect">
              <a:avLst/>
            </a:prstGeom>
            <a:grpFill/>
          </p:spPr>
          <p:txBody>
            <a:bodyPr/>
            <a:lstStyle/>
            <a:p>
              <a:endParaRPr lang="en-US"/>
            </a:p>
          </p:txBody>
        </p:sp>
      </p:grpSp>
      <p:pic>
        <p:nvPicPr>
          <p:cNvPr id="12" name="Graphic 11" descr="Head with gears">
            <a:extLst>
              <a:ext uri="{FF2B5EF4-FFF2-40B4-BE49-F238E27FC236}">
                <a16:creationId xmlns:a16="http://schemas.microsoft.com/office/drawing/2014/main" id="{24660D36-8AF2-4286-AAA9-78D28F426CF7}"/>
              </a:ext>
            </a:extLst>
          </p:cNvPr>
          <p:cNvPicPr>
            <a:picLocks noChangeAspect="1"/>
          </p:cNvPicPr>
          <p:nvPr/>
        </p:nvPicPr>
        <p:blipFill>
          <a:blip r:embed="rId3">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flipH="1">
            <a:off x="643741" y="1676834"/>
            <a:ext cx="1207968" cy="1207968"/>
          </a:xfrm>
          <a:prstGeom prst="rect">
            <a:avLst/>
          </a:prstGeom>
        </p:spPr>
      </p:pic>
      <p:sp>
        <p:nvSpPr>
          <p:cNvPr id="18" name="Footer Placeholder 9">
            <a:extLst>
              <a:ext uri="{FF2B5EF4-FFF2-40B4-BE49-F238E27FC236}">
                <a16:creationId xmlns:a16="http://schemas.microsoft.com/office/drawing/2014/main" id="{28DCC937-298F-458D-B2D1-4B0524F6D728}"/>
              </a:ext>
            </a:extLst>
          </p:cNvPr>
          <p:cNvSpPr txBox="1">
            <a:spLocks/>
          </p:cNvSpPr>
          <p:nvPr/>
        </p:nvSpPr>
        <p:spPr>
          <a:xfrm>
            <a:off x="15163800" y="9715499"/>
            <a:ext cx="2895600"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endParaRPr lang="en-US" dirty="0">
              <a:solidFill>
                <a:schemeClr val="bg1"/>
              </a:solidFill>
              <a:latin typeface="Arial" panose="020B0604020202020204" pitchFamily="34" charset="0"/>
              <a:cs typeface="Arial" panose="020B0604020202020204" pitchFamily="34" charset="0"/>
            </a:endParaRPr>
          </a:p>
        </p:txBody>
      </p:sp>
      <p:sp>
        <p:nvSpPr>
          <p:cNvPr id="14" name="Slide Number Placeholder 10">
            <a:extLst>
              <a:ext uri="{FF2B5EF4-FFF2-40B4-BE49-F238E27FC236}">
                <a16:creationId xmlns:a16="http://schemas.microsoft.com/office/drawing/2014/main" id="{2CC8EE72-4EB2-A843-A602-EEAF09A8A808}"/>
              </a:ext>
            </a:extLst>
          </p:cNvPr>
          <p:cNvSpPr txBox="1">
            <a:spLocks/>
          </p:cNvSpPr>
          <p:nvPr/>
        </p:nvSpPr>
        <p:spPr>
          <a:xfrm>
            <a:off x="17526000" y="164563"/>
            <a:ext cx="478452" cy="347857"/>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6F15528-21DE-4FAA-801E-634DDDAF4B2B}" type="slidenum">
              <a:rPr lang="en-US" smtClean="0">
                <a:solidFill>
                  <a:schemeClr val="bg1"/>
                </a:solidFill>
                <a:latin typeface="Arial" panose="020B0604020202020204" pitchFamily="34" charset="0"/>
                <a:cs typeface="Arial" panose="020B0604020202020204" pitchFamily="34" charset="0"/>
              </a:rPr>
              <a:pPr/>
              <a:t>42</a:t>
            </a:fld>
            <a:endParaRPr lang="en-US" dirty="0">
              <a:solidFill>
                <a:schemeClr val="bg1"/>
              </a:solidFill>
              <a:latin typeface="Arial" panose="020B0604020202020204" pitchFamily="34" charset="0"/>
              <a:cs typeface="Arial" panose="020B0604020202020204" pitchFamily="34" charset="0"/>
            </a:endParaRPr>
          </a:p>
        </p:txBody>
      </p:sp>
      <p:sp>
        <p:nvSpPr>
          <p:cNvPr id="16" name="Footer Placeholder 9">
            <a:extLst>
              <a:ext uri="{FF2B5EF4-FFF2-40B4-BE49-F238E27FC236}">
                <a16:creationId xmlns:a16="http://schemas.microsoft.com/office/drawing/2014/main" id="{AB9BE680-5A93-6744-9278-BEC84DF3AC8D}"/>
              </a:ext>
            </a:extLst>
          </p:cNvPr>
          <p:cNvSpPr>
            <a:spLocks noGrp="1"/>
          </p:cNvSpPr>
          <p:nvPr>
            <p:ph type="ftr" sz="quarter" idx="11"/>
          </p:nvPr>
        </p:nvSpPr>
        <p:spPr>
          <a:xfrm>
            <a:off x="533400" y="9715499"/>
            <a:ext cx="6019800" cy="442894"/>
          </a:xfrm>
        </p:spPr>
        <p:txBody>
          <a:bodyPr/>
          <a:lstStyle/>
          <a:p>
            <a:pPr algn="l"/>
            <a:r>
              <a:rPr lang="en-US" b="1" dirty="0">
                <a:solidFill>
                  <a:schemeClr val="bg1"/>
                </a:solidFill>
                <a:latin typeface="Arial" panose="020B0604020202020204" pitchFamily="34" charset="0"/>
                <a:cs typeface="Arial" panose="020B0604020202020204" pitchFamily="34" charset="0"/>
              </a:rPr>
              <a:t>ICTSAD507 </a:t>
            </a:r>
            <a:r>
              <a:rPr lang="en-US" dirty="0">
                <a:solidFill>
                  <a:schemeClr val="bg1"/>
                </a:solidFill>
                <a:latin typeface="Arial" panose="020B0604020202020204" pitchFamily="34" charset="0"/>
                <a:cs typeface="Arial" panose="020B0604020202020204" pitchFamily="34" charset="0"/>
              </a:rPr>
              <a:t>Design and implement quality assurance processes for business solutions </a:t>
            </a:r>
          </a:p>
        </p:txBody>
      </p:sp>
      <p:sp>
        <p:nvSpPr>
          <p:cNvPr id="15" name="TextBox 3">
            <a:extLst>
              <a:ext uri="{FF2B5EF4-FFF2-40B4-BE49-F238E27FC236}">
                <a16:creationId xmlns:a16="http://schemas.microsoft.com/office/drawing/2014/main" id="{F13A5C20-5D35-434F-B220-AAD270D0A891}"/>
              </a:ext>
            </a:extLst>
          </p:cNvPr>
          <p:cNvSpPr txBox="1"/>
          <p:nvPr/>
        </p:nvSpPr>
        <p:spPr>
          <a:xfrm>
            <a:off x="990600" y="7962900"/>
            <a:ext cx="16745495" cy="1435906"/>
          </a:xfrm>
          <a:prstGeom prst="rect">
            <a:avLst/>
          </a:prstGeom>
        </p:spPr>
        <p:txBody>
          <a:bodyPr wrap="square" lIns="0" tIns="0" rIns="0" bIns="0" rtlCol="0" anchor="t">
            <a:spAutoFit/>
          </a:bodyPr>
          <a:lstStyle/>
          <a:p>
            <a:pPr algn="r">
              <a:lnSpc>
                <a:spcPts val="5759"/>
              </a:lnSpc>
            </a:pPr>
            <a:r>
              <a:rPr lang="en-US" sz="4600" spc="192" dirty="0">
                <a:solidFill>
                  <a:srgbClr val="00667A"/>
                </a:solidFill>
                <a:latin typeface="Arial" panose="020B0604020202020204" pitchFamily="34" charset="0"/>
                <a:cs typeface="Arial" panose="020B0604020202020204" pitchFamily="34" charset="0"/>
              </a:rPr>
              <a:t>Topic 3: Implementing and controlling quality assurance processes</a:t>
            </a:r>
          </a:p>
        </p:txBody>
      </p:sp>
    </p:spTree>
    <p:extLst>
      <p:ext uri="{BB962C8B-B14F-4D97-AF65-F5344CB8AC3E}">
        <p14:creationId xmlns:p14="http://schemas.microsoft.com/office/powerpoint/2010/main" val="203959906"/>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bg>
      <p:bgPr>
        <a:solidFill>
          <a:srgbClr val="00667A"/>
        </a:solidFill>
        <a:effectLst/>
      </p:bgPr>
    </p:bg>
    <p:spTree>
      <p:nvGrpSpPr>
        <p:cNvPr id="1" name=""/>
        <p:cNvGrpSpPr/>
        <p:nvPr/>
      </p:nvGrpSpPr>
      <p:grpSpPr>
        <a:xfrm>
          <a:off x="0" y="0"/>
          <a:ext cx="0" cy="0"/>
          <a:chOff x="0" y="0"/>
          <a:chExt cx="0" cy="0"/>
        </a:xfrm>
      </p:grpSpPr>
      <p:sp>
        <p:nvSpPr>
          <p:cNvPr id="2" name="AutoShape 2"/>
          <p:cNvSpPr/>
          <p:nvPr/>
        </p:nvSpPr>
        <p:spPr>
          <a:xfrm>
            <a:off x="0" y="7886700"/>
            <a:ext cx="18288000" cy="1621070"/>
          </a:xfrm>
          <a:prstGeom prst="rect">
            <a:avLst/>
          </a:prstGeom>
          <a:solidFill>
            <a:schemeClr val="bg1"/>
          </a:solidFill>
        </p:spPr>
        <p:txBody>
          <a:bodyPr/>
          <a:lstStyle/>
          <a:p>
            <a:endParaRPr lang="en-US"/>
          </a:p>
        </p:txBody>
      </p:sp>
      <p:sp>
        <p:nvSpPr>
          <p:cNvPr id="4" name="TextBox 4"/>
          <p:cNvSpPr txBox="1"/>
          <p:nvPr/>
        </p:nvSpPr>
        <p:spPr>
          <a:xfrm>
            <a:off x="2209800" y="1676834"/>
            <a:ext cx="14935200" cy="2557880"/>
          </a:xfrm>
          <a:prstGeom prst="rect">
            <a:avLst/>
          </a:prstGeom>
        </p:spPr>
        <p:txBody>
          <a:bodyPr wrap="square" lIns="0" tIns="0" rIns="0" bIns="0" rtlCol="0" anchor="t">
            <a:spAutoFit/>
          </a:bodyPr>
          <a:lstStyle/>
          <a:p>
            <a:pPr>
              <a:lnSpc>
                <a:spcPct val="114000"/>
              </a:lnSpc>
              <a:spcBef>
                <a:spcPts val="600"/>
              </a:spcBef>
              <a:spcAft>
                <a:spcPts val="600"/>
              </a:spcAft>
            </a:pPr>
            <a:r>
              <a:rPr lang="en-US" sz="3200" b="1" spc="200" dirty="0">
                <a:solidFill>
                  <a:schemeClr val="bg1"/>
                </a:solidFill>
                <a:latin typeface="Arial" panose="020B0604020202020204" pitchFamily="34" charset="0"/>
                <a:cs typeface="Arial" panose="020B0604020202020204" pitchFamily="34" charset="0"/>
              </a:rPr>
              <a:t>ACTIVITY: READ</a:t>
            </a:r>
            <a:endParaRPr lang="en-US" sz="2500" b="1" spc="200" dirty="0">
              <a:solidFill>
                <a:schemeClr val="bg1"/>
              </a:solidFill>
              <a:latin typeface="Arial" panose="020B0604020202020204" pitchFamily="34" charset="0"/>
              <a:cs typeface="Arial" panose="020B0604020202020204" pitchFamily="34" charset="0"/>
            </a:endParaRPr>
          </a:p>
          <a:p>
            <a:pPr>
              <a:lnSpc>
                <a:spcPct val="114000"/>
              </a:lnSpc>
              <a:spcBef>
                <a:spcPts val="600"/>
              </a:spcBef>
              <a:spcAft>
                <a:spcPts val="600"/>
              </a:spcAft>
            </a:pPr>
            <a:r>
              <a:rPr lang="en-US" sz="3000" spc="25" dirty="0">
                <a:solidFill>
                  <a:schemeClr val="bg1"/>
                </a:solidFill>
                <a:latin typeface="Arial" panose="020B0604020202020204" pitchFamily="34" charset="0"/>
                <a:cs typeface="Arial" panose="020B0604020202020204" pitchFamily="34" charset="0"/>
              </a:rPr>
              <a:t>See the following article:  </a:t>
            </a:r>
          </a:p>
          <a:p>
            <a:pPr>
              <a:lnSpc>
                <a:spcPct val="114000"/>
              </a:lnSpc>
              <a:spcBef>
                <a:spcPts val="600"/>
              </a:spcBef>
              <a:spcAft>
                <a:spcPts val="600"/>
              </a:spcAft>
            </a:pPr>
            <a:r>
              <a:rPr lang="en-US" sz="3000" spc="25" dirty="0">
                <a:solidFill>
                  <a:schemeClr val="bg1"/>
                </a:solidFill>
                <a:latin typeface="Arial" panose="020B0604020202020204" pitchFamily="34" charset="0"/>
                <a:cs typeface="Arial" panose="020B0604020202020204" pitchFamily="34" charset="0"/>
                <a:hlinkClick r:id="rId3"/>
              </a:rPr>
              <a:t>https://www.isoglobal.com.au/how-to-write-a-procedure/</a:t>
            </a:r>
            <a:r>
              <a:rPr lang="en-US" sz="3000" spc="25" dirty="0">
                <a:solidFill>
                  <a:schemeClr val="bg1"/>
                </a:solidFill>
                <a:latin typeface="Arial" panose="020B0604020202020204" pitchFamily="34" charset="0"/>
                <a:cs typeface="Arial" panose="020B0604020202020204" pitchFamily="34" charset="0"/>
              </a:rPr>
              <a:t> </a:t>
            </a:r>
          </a:p>
          <a:p>
            <a:pPr>
              <a:lnSpc>
                <a:spcPct val="114000"/>
              </a:lnSpc>
              <a:spcBef>
                <a:spcPts val="600"/>
              </a:spcBef>
              <a:spcAft>
                <a:spcPts val="600"/>
              </a:spcAft>
            </a:pPr>
            <a:r>
              <a:rPr lang="en-US" sz="3000" spc="25" dirty="0">
                <a:solidFill>
                  <a:schemeClr val="bg1"/>
                </a:solidFill>
                <a:latin typeface="Arial" panose="020B0604020202020204" pitchFamily="34" charset="0"/>
                <a:cs typeface="Arial" panose="020B0604020202020204" pitchFamily="34" charset="0"/>
              </a:rPr>
              <a:t>Take any notes to </a:t>
            </a:r>
            <a:r>
              <a:rPr lang="en-US" sz="3000" spc="25" dirty="0" err="1">
                <a:solidFill>
                  <a:schemeClr val="bg1"/>
                </a:solidFill>
                <a:latin typeface="Arial" panose="020B0604020202020204" pitchFamily="34" charset="0"/>
                <a:cs typeface="Arial" panose="020B0604020202020204" pitchFamily="34" charset="0"/>
              </a:rPr>
              <a:t>summarise</a:t>
            </a:r>
            <a:r>
              <a:rPr lang="en-US" sz="3000" spc="25" dirty="0">
                <a:solidFill>
                  <a:schemeClr val="bg1"/>
                </a:solidFill>
                <a:latin typeface="Arial" panose="020B0604020202020204" pitchFamily="34" charset="0"/>
                <a:cs typeface="Arial" panose="020B0604020202020204" pitchFamily="34" charset="0"/>
              </a:rPr>
              <a:t> what you have read and keep for future reference. </a:t>
            </a:r>
          </a:p>
        </p:txBody>
      </p:sp>
      <p:grpSp>
        <p:nvGrpSpPr>
          <p:cNvPr id="17" name="Group 16">
            <a:extLst>
              <a:ext uri="{FF2B5EF4-FFF2-40B4-BE49-F238E27FC236}">
                <a16:creationId xmlns:a16="http://schemas.microsoft.com/office/drawing/2014/main" id="{9BC53F16-C04B-4406-BBF9-D518BC5BACFE}"/>
              </a:ext>
            </a:extLst>
          </p:cNvPr>
          <p:cNvGrpSpPr/>
          <p:nvPr/>
        </p:nvGrpSpPr>
        <p:grpSpPr>
          <a:xfrm>
            <a:off x="1028700" y="495300"/>
            <a:ext cx="17259300" cy="218203"/>
            <a:chOff x="1028700" y="723900"/>
            <a:chExt cx="17259300" cy="218203"/>
          </a:xfrm>
          <a:solidFill>
            <a:schemeClr val="bg1"/>
          </a:solidFill>
        </p:grpSpPr>
        <p:sp>
          <p:nvSpPr>
            <p:cNvPr id="6" name="AutoShape 6"/>
            <p:cNvSpPr/>
            <p:nvPr/>
          </p:nvSpPr>
          <p:spPr>
            <a:xfrm>
              <a:off x="1044000" y="826884"/>
              <a:ext cx="17244000" cy="20795"/>
            </a:xfrm>
            <a:prstGeom prst="rect">
              <a:avLst/>
            </a:prstGeom>
            <a:grpFill/>
          </p:spPr>
          <p:txBody>
            <a:bodyPr/>
            <a:lstStyle/>
            <a:p>
              <a:endParaRPr lang="en-US"/>
            </a:p>
          </p:txBody>
        </p:sp>
        <p:sp>
          <p:nvSpPr>
            <p:cNvPr id="7" name="AutoShape 7"/>
            <p:cNvSpPr/>
            <p:nvPr/>
          </p:nvSpPr>
          <p:spPr>
            <a:xfrm>
              <a:off x="1028700" y="723900"/>
              <a:ext cx="219025" cy="209643"/>
            </a:xfrm>
            <a:prstGeom prst="rect">
              <a:avLst/>
            </a:prstGeom>
            <a:grpFill/>
          </p:spPr>
          <p:txBody>
            <a:bodyPr/>
            <a:lstStyle/>
            <a:p>
              <a:endParaRPr lang="en-US"/>
            </a:p>
          </p:txBody>
        </p:sp>
        <p:sp>
          <p:nvSpPr>
            <p:cNvPr id="8" name="AutoShape 8"/>
            <p:cNvSpPr/>
            <p:nvPr/>
          </p:nvSpPr>
          <p:spPr>
            <a:xfrm>
              <a:off x="6856574" y="732460"/>
              <a:ext cx="219025" cy="209643"/>
            </a:xfrm>
            <a:prstGeom prst="rect">
              <a:avLst/>
            </a:prstGeom>
            <a:grpFill/>
          </p:spPr>
          <p:txBody>
            <a:bodyPr/>
            <a:lstStyle/>
            <a:p>
              <a:endParaRPr lang="en-US"/>
            </a:p>
          </p:txBody>
        </p:sp>
        <p:sp>
          <p:nvSpPr>
            <p:cNvPr id="9" name="AutoShape 9"/>
            <p:cNvSpPr/>
            <p:nvPr/>
          </p:nvSpPr>
          <p:spPr>
            <a:xfrm>
              <a:off x="12684448" y="732460"/>
              <a:ext cx="219025" cy="209643"/>
            </a:xfrm>
            <a:prstGeom prst="rect">
              <a:avLst/>
            </a:prstGeom>
            <a:grpFill/>
          </p:spPr>
          <p:txBody>
            <a:bodyPr/>
            <a:lstStyle/>
            <a:p>
              <a:endParaRPr lang="en-US"/>
            </a:p>
          </p:txBody>
        </p:sp>
      </p:grpSp>
      <p:pic>
        <p:nvPicPr>
          <p:cNvPr id="12" name="Graphic 11" descr="Head with gears">
            <a:extLst>
              <a:ext uri="{FF2B5EF4-FFF2-40B4-BE49-F238E27FC236}">
                <a16:creationId xmlns:a16="http://schemas.microsoft.com/office/drawing/2014/main" id="{24660D36-8AF2-4286-AAA9-78D28F426CF7}"/>
              </a:ext>
            </a:extLst>
          </p:cNvPr>
          <p:cNvPicPr>
            <a:picLocks noChangeAspect="1"/>
          </p:cNvPicPr>
          <p:nvPr/>
        </p:nvPicPr>
        <p:blipFill>
          <a:blip r:embed="rId4">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flipH="1">
            <a:off x="643741" y="1676834"/>
            <a:ext cx="1207968" cy="1207968"/>
          </a:xfrm>
          <a:prstGeom prst="rect">
            <a:avLst/>
          </a:prstGeom>
        </p:spPr>
      </p:pic>
      <p:sp>
        <p:nvSpPr>
          <p:cNvPr id="18" name="Footer Placeholder 9">
            <a:extLst>
              <a:ext uri="{FF2B5EF4-FFF2-40B4-BE49-F238E27FC236}">
                <a16:creationId xmlns:a16="http://schemas.microsoft.com/office/drawing/2014/main" id="{28DCC937-298F-458D-B2D1-4B0524F6D728}"/>
              </a:ext>
            </a:extLst>
          </p:cNvPr>
          <p:cNvSpPr txBox="1">
            <a:spLocks/>
          </p:cNvSpPr>
          <p:nvPr/>
        </p:nvSpPr>
        <p:spPr>
          <a:xfrm>
            <a:off x="15163800" y="9715499"/>
            <a:ext cx="2895600"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endParaRPr lang="en-US" dirty="0">
              <a:solidFill>
                <a:schemeClr val="bg1"/>
              </a:solidFill>
              <a:latin typeface="Arial" panose="020B0604020202020204" pitchFamily="34" charset="0"/>
              <a:cs typeface="Arial" panose="020B0604020202020204" pitchFamily="34" charset="0"/>
            </a:endParaRPr>
          </a:p>
        </p:txBody>
      </p:sp>
      <p:sp>
        <p:nvSpPr>
          <p:cNvPr id="14" name="Slide Number Placeholder 10">
            <a:extLst>
              <a:ext uri="{FF2B5EF4-FFF2-40B4-BE49-F238E27FC236}">
                <a16:creationId xmlns:a16="http://schemas.microsoft.com/office/drawing/2014/main" id="{2CC8EE72-4EB2-A843-A602-EEAF09A8A808}"/>
              </a:ext>
            </a:extLst>
          </p:cNvPr>
          <p:cNvSpPr txBox="1">
            <a:spLocks/>
          </p:cNvSpPr>
          <p:nvPr/>
        </p:nvSpPr>
        <p:spPr>
          <a:xfrm>
            <a:off x="17526000" y="164563"/>
            <a:ext cx="478452" cy="347857"/>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6F15528-21DE-4FAA-801E-634DDDAF4B2B}" type="slidenum">
              <a:rPr lang="en-US" smtClean="0">
                <a:solidFill>
                  <a:schemeClr val="bg1"/>
                </a:solidFill>
                <a:latin typeface="Arial" panose="020B0604020202020204" pitchFamily="34" charset="0"/>
                <a:cs typeface="Arial" panose="020B0604020202020204" pitchFamily="34" charset="0"/>
              </a:rPr>
              <a:pPr/>
              <a:t>43</a:t>
            </a:fld>
            <a:endParaRPr lang="en-US" dirty="0">
              <a:solidFill>
                <a:schemeClr val="bg1"/>
              </a:solidFill>
              <a:latin typeface="Arial" panose="020B0604020202020204" pitchFamily="34" charset="0"/>
              <a:cs typeface="Arial" panose="020B0604020202020204" pitchFamily="34" charset="0"/>
            </a:endParaRPr>
          </a:p>
        </p:txBody>
      </p:sp>
      <p:sp>
        <p:nvSpPr>
          <p:cNvPr id="16" name="Footer Placeholder 9">
            <a:extLst>
              <a:ext uri="{FF2B5EF4-FFF2-40B4-BE49-F238E27FC236}">
                <a16:creationId xmlns:a16="http://schemas.microsoft.com/office/drawing/2014/main" id="{AB9BE680-5A93-6744-9278-BEC84DF3AC8D}"/>
              </a:ext>
            </a:extLst>
          </p:cNvPr>
          <p:cNvSpPr>
            <a:spLocks noGrp="1"/>
          </p:cNvSpPr>
          <p:nvPr>
            <p:ph type="ftr" sz="quarter" idx="11"/>
          </p:nvPr>
        </p:nvSpPr>
        <p:spPr>
          <a:xfrm>
            <a:off x="533400" y="9715499"/>
            <a:ext cx="6019800" cy="442894"/>
          </a:xfrm>
        </p:spPr>
        <p:txBody>
          <a:bodyPr/>
          <a:lstStyle/>
          <a:p>
            <a:pPr algn="l"/>
            <a:r>
              <a:rPr lang="en-US" b="1" dirty="0">
                <a:solidFill>
                  <a:schemeClr val="bg1"/>
                </a:solidFill>
                <a:latin typeface="Arial" panose="020B0604020202020204" pitchFamily="34" charset="0"/>
                <a:cs typeface="Arial" panose="020B0604020202020204" pitchFamily="34" charset="0"/>
              </a:rPr>
              <a:t>ICTSAD507 </a:t>
            </a:r>
            <a:r>
              <a:rPr lang="en-US" dirty="0">
                <a:solidFill>
                  <a:schemeClr val="bg1"/>
                </a:solidFill>
                <a:latin typeface="Arial" panose="020B0604020202020204" pitchFamily="34" charset="0"/>
                <a:cs typeface="Arial" panose="020B0604020202020204" pitchFamily="34" charset="0"/>
              </a:rPr>
              <a:t>Design and implement quality assurance processes for business solutions </a:t>
            </a:r>
          </a:p>
        </p:txBody>
      </p:sp>
      <p:sp>
        <p:nvSpPr>
          <p:cNvPr id="15" name="TextBox 3">
            <a:extLst>
              <a:ext uri="{FF2B5EF4-FFF2-40B4-BE49-F238E27FC236}">
                <a16:creationId xmlns:a16="http://schemas.microsoft.com/office/drawing/2014/main" id="{F13A5C20-5D35-434F-B220-AAD270D0A891}"/>
              </a:ext>
            </a:extLst>
          </p:cNvPr>
          <p:cNvSpPr txBox="1"/>
          <p:nvPr/>
        </p:nvSpPr>
        <p:spPr>
          <a:xfrm>
            <a:off x="990600" y="7962900"/>
            <a:ext cx="16745495" cy="1435906"/>
          </a:xfrm>
          <a:prstGeom prst="rect">
            <a:avLst/>
          </a:prstGeom>
        </p:spPr>
        <p:txBody>
          <a:bodyPr wrap="square" lIns="0" tIns="0" rIns="0" bIns="0" rtlCol="0" anchor="t">
            <a:spAutoFit/>
          </a:bodyPr>
          <a:lstStyle/>
          <a:p>
            <a:pPr algn="r">
              <a:lnSpc>
                <a:spcPts val="5759"/>
              </a:lnSpc>
            </a:pPr>
            <a:r>
              <a:rPr lang="en-US" sz="4600" spc="192" dirty="0">
                <a:solidFill>
                  <a:srgbClr val="00667A"/>
                </a:solidFill>
                <a:latin typeface="Arial" panose="020B0604020202020204" pitchFamily="34" charset="0"/>
                <a:cs typeface="Arial" panose="020B0604020202020204" pitchFamily="34" charset="0"/>
              </a:rPr>
              <a:t>Topic 3: Implementing and controlling quality assurance processes</a:t>
            </a:r>
          </a:p>
        </p:txBody>
      </p:sp>
    </p:spTree>
    <p:extLst>
      <p:ext uri="{BB962C8B-B14F-4D97-AF65-F5344CB8AC3E}">
        <p14:creationId xmlns:p14="http://schemas.microsoft.com/office/powerpoint/2010/main" val="166304330"/>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AutoShape 2"/>
          <p:cNvSpPr/>
          <p:nvPr/>
        </p:nvSpPr>
        <p:spPr>
          <a:xfrm>
            <a:off x="0" y="1290497"/>
            <a:ext cx="18288000" cy="8196478"/>
          </a:xfrm>
          <a:prstGeom prst="rect">
            <a:avLst/>
          </a:prstGeom>
          <a:solidFill>
            <a:srgbClr val="00667A"/>
          </a:solidFill>
        </p:spPr>
        <p:txBody>
          <a:bodyPr/>
          <a:lstStyle/>
          <a:p>
            <a:endParaRPr lang="en-US"/>
          </a:p>
        </p:txBody>
      </p:sp>
      <p:sp>
        <p:nvSpPr>
          <p:cNvPr id="3" name="TextBox 3"/>
          <p:cNvSpPr txBox="1"/>
          <p:nvPr/>
        </p:nvSpPr>
        <p:spPr>
          <a:xfrm>
            <a:off x="1044000" y="1866900"/>
            <a:ext cx="16655652" cy="835998"/>
          </a:xfrm>
          <a:prstGeom prst="rect">
            <a:avLst/>
          </a:prstGeom>
        </p:spPr>
        <p:txBody>
          <a:bodyPr wrap="square" lIns="0" tIns="0" rIns="0" bIns="0" rtlCol="0" anchor="t">
            <a:spAutoFit/>
          </a:bodyPr>
          <a:lstStyle/>
          <a:p>
            <a:pPr>
              <a:lnSpc>
                <a:spcPct val="114000"/>
              </a:lnSpc>
              <a:spcBef>
                <a:spcPts val="600"/>
              </a:spcBef>
              <a:spcAft>
                <a:spcPts val="600"/>
              </a:spcAft>
            </a:pPr>
            <a:r>
              <a:rPr lang="en-US" sz="5200" b="1" spc="192" dirty="0">
                <a:solidFill>
                  <a:schemeClr val="bg1"/>
                </a:solidFill>
                <a:latin typeface="Arial" panose="020B0604020202020204" pitchFamily="34" charset="0"/>
                <a:cs typeface="Arial" panose="020B0604020202020204" pitchFamily="34" charset="0"/>
              </a:rPr>
              <a:t>Topic 4: Improve quality</a:t>
            </a:r>
          </a:p>
        </p:txBody>
      </p:sp>
      <p:grpSp>
        <p:nvGrpSpPr>
          <p:cNvPr id="17" name="Group 16">
            <a:extLst>
              <a:ext uri="{FF2B5EF4-FFF2-40B4-BE49-F238E27FC236}">
                <a16:creationId xmlns:a16="http://schemas.microsoft.com/office/drawing/2014/main" id="{9BC53F16-C04B-4406-BBF9-D518BC5BACFE}"/>
              </a:ext>
            </a:extLst>
          </p:cNvPr>
          <p:cNvGrpSpPr/>
          <p:nvPr/>
        </p:nvGrpSpPr>
        <p:grpSpPr>
          <a:xfrm>
            <a:off x="1028700" y="495300"/>
            <a:ext cx="17259300" cy="218203"/>
            <a:chOff x="1028700" y="723900"/>
            <a:chExt cx="17259300" cy="218203"/>
          </a:xfrm>
          <a:solidFill>
            <a:srgbClr val="00667A"/>
          </a:solidFill>
        </p:grpSpPr>
        <p:sp>
          <p:nvSpPr>
            <p:cNvPr id="6" name="AutoShape 6"/>
            <p:cNvSpPr/>
            <p:nvPr/>
          </p:nvSpPr>
          <p:spPr>
            <a:xfrm>
              <a:off x="1044000" y="826884"/>
              <a:ext cx="17244000" cy="20795"/>
            </a:xfrm>
            <a:prstGeom prst="rect">
              <a:avLst/>
            </a:prstGeom>
            <a:grpFill/>
          </p:spPr>
          <p:txBody>
            <a:bodyPr/>
            <a:lstStyle/>
            <a:p>
              <a:endParaRPr lang="en-US"/>
            </a:p>
          </p:txBody>
        </p:sp>
        <p:sp>
          <p:nvSpPr>
            <p:cNvPr id="7" name="AutoShape 7"/>
            <p:cNvSpPr/>
            <p:nvPr/>
          </p:nvSpPr>
          <p:spPr>
            <a:xfrm>
              <a:off x="1028700" y="723900"/>
              <a:ext cx="219025" cy="209643"/>
            </a:xfrm>
            <a:prstGeom prst="rect">
              <a:avLst/>
            </a:prstGeom>
            <a:grpFill/>
          </p:spPr>
          <p:txBody>
            <a:bodyPr/>
            <a:lstStyle/>
            <a:p>
              <a:endParaRPr lang="en-US"/>
            </a:p>
          </p:txBody>
        </p:sp>
        <p:sp>
          <p:nvSpPr>
            <p:cNvPr id="8" name="AutoShape 8"/>
            <p:cNvSpPr/>
            <p:nvPr/>
          </p:nvSpPr>
          <p:spPr>
            <a:xfrm>
              <a:off x="6856574" y="732460"/>
              <a:ext cx="219025" cy="209643"/>
            </a:xfrm>
            <a:prstGeom prst="rect">
              <a:avLst/>
            </a:prstGeom>
            <a:grpFill/>
          </p:spPr>
          <p:txBody>
            <a:bodyPr/>
            <a:lstStyle/>
            <a:p>
              <a:endParaRPr lang="en-US"/>
            </a:p>
          </p:txBody>
        </p:sp>
        <p:sp>
          <p:nvSpPr>
            <p:cNvPr id="9" name="AutoShape 9"/>
            <p:cNvSpPr/>
            <p:nvPr/>
          </p:nvSpPr>
          <p:spPr>
            <a:xfrm>
              <a:off x="12684448" y="732460"/>
              <a:ext cx="219025" cy="209643"/>
            </a:xfrm>
            <a:prstGeom prst="rect">
              <a:avLst/>
            </a:prstGeom>
            <a:grpFill/>
          </p:spPr>
          <p:txBody>
            <a:bodyPr/>
            <a:lstStyle/>
            <a:p>
              <a:endParaRPr lang="en-US"/>
            </a:p>
          </p:txBody>
        </p:sp>
      </p:grpSp>
      <p:sp>
        <p:nvSpPr>
          <p:cNvPr id="19" name="Footer Placeholder 9">
            <a:extLst>
              <a:ext uri="{FF2B5EF4-FFF2-40B4-BE49-F238E27FC236}">
                <a16:creationId xmlns:a16="http://schemas.microsoft.com/office/drawing/2014/main" id="{AF863EBA-C596-487E-8F62-FCA80C193D54}"/>
              </a:ext>
            </a:extLst>
          </p:cNvPr>
          <p:cNvSpPr txBox="1">
            <a:spLocks/>
          </p:cNvSpPr>
          <p:nvPr/>
        </p:nvSpPr>
        <p:spPr>
          <a:xfrm>
            <a:off x="15163800" y="9715499"/>
            <a:ext cx="2895600"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endParaRPr lang="en-US" dirty="0">
              <a:solidFill>
                <a:srgbClr val="00667A"/>
              </a:solidFill>
              <a:latin typeface="Arial" panose="020B0604020202020204" pitchFamily="34" charset="0"/>
              <a:cs typeface="Arial" panose="020B0604020202020204" pitchFamily="34" charset="0"/>
            </a:endParaRPr>
          </a:p>
        </p:txBody>
      </p:sp>
      <p:sp>
        <p:nvSpPr>
          <p:cNvPr id="13" name="Slide Number Placeholder 10">
            <a:extLst>
              <a:ext uri="{FF2B5EF4-FFF2-40B4-BE49-F238E27FC236}">
                <a16:creationId xmlns:a16="http://schemas.microsoft.com/office/drawing/2014/main" id="{4538CC83-08C9-4A4A-AF50-3DDFA9C924C2}"/>
              </a:ext>
            </a:extLst>
          </p:cNvPr>
          <p:cNvSpPr txBox="1">
            <a:spLocks/>
          </p:cNvSpPr>
          <p:nvPr/>
        </p:nvSpPr>
        <p:spPr>
          <a:xfrm>
            <a:off x="17526000" y="164563"/>
            <a:ext cx="478452" cy="347857"/>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6F15528-21DE-4FAA-801E-634DDDAF4B2B}" type="slidenum">
              <a:rPr lang="en-US" b="1" smtClean="0">
                <a:solidFill>
                  <a:srgbClr val="31859C"/>
                </a:solidFill>
                <a:latin typeface="Arial" panose="020B0604020202020204" pitchFamily="34" charset="0"/>
                <a:cs typeface="Arial" panose="020B0604020202020204" pitchFamily="34" charset="0"/>
              </a:rPr>
              <a:pPr/>
              <a:t>44</a:t>
            </a:fld>
            <a:endParaRPr lang="en-US" b="1" dirty="0">
              <a:solidFill>
                <a:srgbClr val="31859C"/>
              </a:solidFill>
              <a:latin typeface="Arial" panose="020B0604020202020204" pitchFamily="34" charset="0"/>
              <a:cs typeface="Arial" panose="020B0604020202020204" pitchFamily="34" charset="0"/>
            </a:endParaRPr>
          </a:p>
        </p:txBody>
      </p:sp>
      <p:sp>
        <p:nvSpPr>
          <p:cNvPr id="14" name="Footer Placeholder 9">
            <a:extLst>
              <a:ext uri="{FF2B5EF4-FFF2-40B4-BE49-F238E27FC236}">
                <a16:creationId xmlns:a16="http://schemas.microsoft.com/office/drawing/2014/main" id="{07043586-2022-0942-B7A7-70145F426F81}"/>
              </a:ext>
            </a:extLst>
          </p:cNvPr>
          <p:cNvSpPr>
            <a:spLocks noGrp="1"/>
          </p:cNvSpPr>
          <p:nvPr>
            <p:ph type="ftr" sz="quarter" idx="11"/>
          </p:nvPr>
        </p:nvSpPr>
        <p:spPr>
          <a:xfrm>
            <a:off x="533400" y="9715499"/>
            <a:ext cx="6019800" cy="442894"/>
          </a:xfrm>
        </p:spPr>
        <p:txBody>
          <a:bodyPr/>
          <a:lstStyle/>
          <a:p>
            <a:pPr algn="l"/>
            <a:r>
              <a:rPr lang="en-US" b="1" dirty="0">
                <a:solidFill>
                  <a:srgbClr val="00667A"/>
                </a:solidFill>
                <a:latin typeface="Arial" panose="020B0604020202020204" pitchFamily="34" charset="0"/>
                <a:cs typeface="Arial" panose="020B0604020202020204" pitchFamily="34" charset="0"/>
              </a:rPr>
              <a:t>ICTSAD507 </a:t>
            </a:r>
            <a:r>
              <a:rPr lang="en-US" dirty="0">
                <a:solidFill>
                  <a:srgbClr val="00667A"/>
                </a:solidFill>
                <a:latin typeface="Arial" panose="020B0604020202020204" pitchFamily="34" charset="0"/>
                <a:cs typeface="Arial" panose="020B0604020202020204" pitchFamily="34" charset="0"/>
              </a:rPr>
              <a:t>Design and implement quality assurance processes for business solutions </a:t>
            </a:r>
          </a:p>
        </p:txBody>
      </p:sp>
      <p:pic>
        <p:nvPicPr>
          <p:cNvPr id="16" name="Picture 15" descr="A picture containing text, indoor, person, computer&#10;&#10;Description automatically generated">
            <a:extLst>
              <a:ext uri="{FF2B5EF4-FFF2-40B4-BE49-F238E27FC236}">
                <a16:creationId xmlns:a16="http://schemas.microsoft.com/office/drawing/2014/main" id="{CBDA3A7A-9206-DD44-BB41-8F8A6CAE0BB3}"/>
              </a:ext>
            </a:extLst>
          </p:cNvPr>
          <p:cNvPicPr/>
          <p:nvPr/>
        </p:nvPicPr>
        <p:blipFill>
          <a:blip r:embed="rId3" cstate="print">
            <a:extLst>
              <a:ext uri="{28A0092B-C50C-407E-A947-70E740481C1C}">
                <a14:useLocalDpi xmlns:a14="http://schemas.microsoft.com/office/drawing/2010/main"/>
              </a:ext>
            </a:extLst>
          </a:blip>
          <a:stretch>
            <a:fillRect/>
          </a:stretch>
        </p:blipFill>
        <p:spPr>
          <a:xfrm>
            <a:off x="4242752" y="3837440"/>
            <a:ext cx="9802495" cy="4430260"/>
          </a:xfrm>
          <a:prstGeom prst="rect">
            <a:avLst/>
          </a:prstGeom>
          <a:ln w="38100">
            <a:solidFill>
              <a:schemeClr val="bg1"/>
            </a:solidFill>
          </a:ln>
        </p:spPr>
      </p:pic>
    </p:spTree>
    <p:extLst>
      <p:ext uri="{BB962C8B-B14F-4D97-AF65-F5344CB8AC3E}">
        <p14:creationId xmlns:p14="http://schemas.microsoft.com/office/powerpoint/2010/main" val="433098003"/>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 name="TextBox 3"/>
          <p:cNvSpPr txBox="1"/>
          <p:nvPr/>
        </p:nvSpPr>
        <p:spPr>
          <a:xfrm>
            <a:off x="5603551" y="8746411"/>
            <a:ext cx="11716295" cy="717197"/>
          </a:xfrm>
          <a:prstGeom prst="rect">
            <a:avLst/>
          </a:prstGeom>
        </p:spPr>
        <p:txBody>
          <a:bodyPr lIns="0" tIns="0" rIns="0" bIns="0" rtlCol="0" anchor="t">
            <a:spAutoFit/>
          </a:bodyPr>
          <a:lstStyle/>
          <a:p>
            <a:pPr algn="r">
              <a:lnSpc>
                <a:spcPts val="5759"/>
              </a:lnSpc>
            </a:pPr>
            <a:r>
              <a:rPr lang="en-US" sz="4800" spc="192" dirty="0">
                <a:solidFill>
                  <a:srgbClr val="F4F8F3"/>
                </a:solidFill>
                <a:latin typeface="Montserrat Light"/>
              </a:rPr>
              <a:t>Topic 1: Insert topic title </a:t>
            </a:r>
          </a:p>
        </p:txBody>
      </p:sp>
      <p:grpSp>
        <p:nvGrpSpPr>
          <p:cNvPr id="5" name="Group 5"/>
          <p:cNvGrpSpPr/>
          <p:nvPr/>
        </p:nvGrpSpPr>
        <p:grpSpPr>
          <a:xfrm>
            <a:off x="1028700" y="446788"/>
            <a:ext cx="17244000" cy="220040"/>
            <a:chOff x="0" y="0"/>
            <a:chExt cx="23454501" cy="293386"/>
          </a:xfrm>
          <a:solidFill>
            <a:srgbClr val="00667A"/>
          </a:solidFill>
        </p:grpSpPr>
        <p:sp>
          <p:nvSpPr>
            <p:cNvPr id="6" name="AutoShape 6"/>
            <p:cNvSpPr/>
            <p:nvPr/>
          </p:nvSpPr>
          <p:spPr>
            <a:xfrm>
              <a:off x="0" y="125899"/>
              <a:ext cx="23454501" cy="27726"/>
            </a:xfrm>
            <a:prstGeom prst="rect">
              <a:avLst/>
            </a:prstGeom>
            <a:grpFill/>
          </p:spPr>
          <p:txBody>
            <a:bodyPr/>
            <a:lstStyle/>
            <a:p>
              <a:endParaRPr lang="en-US"/>
            </a:p>
          </p:txBody>
        </p:sp>
        <p:sp>
          <p:nvSpPr>
            <p:cNvPr id="7" name="AutoShape 7"/>
            <p:cNvSpPr/>
            <p:nvPr/>
          </p:nvSpPr>
          <p:spPr>
            <a:xfrm>
              <a:off x="0" y="13863"/>
              <a:ext cx="292033" cy="279524"/>
            </a:xfrm>
            <a:prstGeom prst="rect">
              <a:avLst/>
            </a:prstGeom>
            <a:grpFill/>
          </p:spPr>
          <p:txBody>
            <a:bodyPr/>
            <a:lstStyle/>
            <a:p>
              <a:endParaRPr lang="en-US"/>
            </a:p>
          </p:txBody>
        </p:sp>
        <p:sp>
          <p:nvSpPr>
            <p:cNvPr id="8" name="AutoShape 8"/>
            <p:cNvSpPr/>
            <p:nvPr/>
          </p:nvSpPr>
          <p:spPr>
            <a:xfrm>
              <a:off x="7770499" y="0"/>
              <a:ext cx="292033" cy="279524"/>
            </a:xfrm>
            <a:prstGeom prst="rect">
              <a:avLst/>
            </a:prstGeom>
            <a:grpFill/>
          </p:spPr>
          <p:txBody>
            <a:bodyPr/>
            <a:lstStyle/>
            <a:p>
              <a:endParaRPr lang="en-US"/>
            </a:p>
          </p:txBody>
        </p:sp>
        <p:sp>
          <p:nvSpPr>
            <p:cNvPr id="9" name="AutoShape 9"/>
            <p:cNvSpPr/>
            <p:nvPr/>
          </p:nvSpPr>
          <p:spPr>
            <a:xfrm>
              <a:off x="15540998" y="0"/>
              <a:ext cx="292033" cy="279524"/>
            </a:xfrm>
            <a:prstGeom prst="rect">
              <a:avLst/>
            </a:prstGeom>
            <a:grpFill/>
          </p:spPr>
          <p:txBody>
            <a:bodyPr/>
            <a:lstStyle/>
            <a:p>
              <a:endParaRPr lang="en-US"/>
            </a:p>
          </p:txBody>
        </p:sp>
      </p:grpSp>
      <p:sp>
        <p:nvSpPr>
          <p:cNvPr id="12" name="AutoShape 2">
            <a:extLst>
              <a:ext uri="{FF2B5EF4-FFF2-40B4-BE49-F238E27FC236}">
                <a16:creationId xmlns:a16="http://schemas.microsoft.com/office/drawing/2014/main" id="{54B605DE-63C5-4B19-89D4-FD69EFF21B44}"/>
              </a:ext>
            </a:extLst>
          </p:cNvPr>
          <p:cNvSpPr/>
          <p:nvPr/>
        </p:nvSpPr>
        <p:spPr>
          <a:xfrm>
            <a:off x="0" y="7886700"/>
            <a:ext cx="18288000" cy="1621070"/>
          </a:xfrm>
          <a:prstGeom prst="rect">
            <a:avLst/>
          </a:prstGeom>
          <a:solidFill>
            <a:srgbClr val="00667A"/>
          </a:solidFill>
        </p:spPr>
        <p:txBody>
          <a:bodyPr/>
          <a:lstStyle/>
          <a:p>
            <a:endParaRPr lang="en-AU"/>
          </a:p>
        </p:txBody>
      </p:sp>
      <p:sp>
        <p:nvSpPr>
          <p:cNvPr id="17" name="TextBox 4">
            <a:extLst>
              <a:ext uri="{FF2B5EF4-FFF2-40B4-BE49-F238E27FC236}">
                <a16:creationId xmlns:a16="http://schemas.microsoft.com/office/drawing/2014/main" id="{EAC90A64-36BA-4EF5-BA95-DA478EAEA9E6}"/>
              </a:ext>
            </a:extLst>
          </p:cNvPr>
          <p:cNvSpPr txBox="1"/>
          <p:nvPr/>
        </p:nvSpPr>
        <p:spPr>
          <a:xfrm>
            <a:off x="1028700" y="1676834"/>
            <a:ext cx="12687300" cy="3267626"/>
          </a:xfrm>
          <a:prstGeom prst="rect">
            <a:avLst/>
          </a:prstGeom>
        </p:spPr>
        <p:txBody>
          <a:bodyPr wrap="square" lIns="0" tIns="0" rIns="0" bIns="0" rtlCol="0" anchor="t">
            <a:spAutoFit/>
          </a:bodyPr>
          <a:lstStyle/>
          <a:p>
            <a:pPr marL="457200" indent="-457200">
              <a:lnSpc>
                <a:spcPct val="114000"/>
              </a:lnSpc>
              <a:spcBef>
                <a:spcPts val="600"/>
              </a:spcBef>
              <a:spcAft>
                <a:spcPts val="600"/>
              </a:spcAft>
              <a:buFont typeface="Arial" panose="020B0604020202020204" pitchFamily="34" charset="0"/>
              <a:buChar char="•"/>
            </a:pPr>
            <a:r>
              <a:rPr lang="en-US" sz="3000" spc="25" dirty="0">
                <a:solidFill>
                  <a:srgbClr val="00667A"/>
                </a:solidFill>
                <a:latin typeface="Arial" panose="020B0604020202020204" pitchFamily="34" charset="0"/>
                <a:cs typeface="Arial" panose="020B0604020202020204" pitchFamily="34" charset="0"/>
              </a:rPr>
              <a:t>Improving quality will mean </a:t>
            </a:r>
            <a:r>
              <a:rPr lang="en-US" sz="3000" spc="25" dirty="0" err="1">
                <a:solidFill>
                  <a:srgbClr val="00667A"/>
                </a:solidFill>
                <a:latin typeface="Arial" panose="020B0604020202020204" pitchFamily="34" charset="0"/>
                <a:cs typeface="Arial" panose="020B0604020202020204" pitchFamily="34" charset="0"/>
              </a:rPr>
              <a:t>analysing</a:t>
            </a:r>
            <a:r>
              <a:rPr lang="en-US" sz="3000" spc="25" dirty="0">
                <a:solidFill>
                  <a:srgbClr val="00667A"/>
                </a:solidFill>
                <a:latin typeface="Arial" panose="020B0604020202020204" pitchFamily="34" charset="0"/>
                <a:cs typeface="Arial" panose="020B0604020202020204" pitchFamily="34" charset="0"/>
              </a:rPr>
              <a:t> performance against benchmarks to see how well standards have been achieved and then finding ways to then make any improvements.</a:t>
            </a:r>
          </a:p>
          <a:p>
            <a:pPr marL="457200" indent="-457200">
              <a:lnSpc>
                <a:spcPct val="114000"/>
              </a:lnSpc>
              <a:spcBef>
                <a:spcPts val="600"/>
              </a:spcBef>
              <a:spcAft>
                <a:spcPts val="600"/>
              </a:spcAft>
              <a:buFont typeface="Arial" panose="020B0604020202020204" pitchFamily="34" charset="0"/>
              <a:buChar char="•"/>
            </a:pPr>
            <a:r>
              <a:rPr lang="en-US" sz="3000" spc="25" dirty="0">
                <a:solidFill>
                  <a:srgbClr val="00667A"/>
                </a:solidFill>
                <a:latin typeface="Arial" panose="020B0604020202020204" pitchFamily="34" charset="0"/>
                <a:cs typeface="Arial" panose="020B0604020202020204" pitchFamily="34" charset="0"/>
              </a:rPr>
              <a:t>One of the most widely used tools for continuous improvement is a four-step model, the plan-do-check-act (PDCA) cycle (also known as Deming Cycle or Shewhart Cycle).</a:t>
            </a:r>
          </a:p>
        </p:txBody>
      </p:sp>
      <p:sp>
        <p:nvSpPr>
          <p:cNvPr id="14" name="Slide Number Placeholder 10">
            <a:extLst>
              <a:ext uri="{FF2B5EF4-FFF2-40B4-BE49-F238E27FC236}">
                <a16:creationId xmlns:a16="http://schemas.microsoft.com/office/drawing/2014/main" id="{5BC0C534-ADAF-D84D-81C8-2A1D2405EFB8}"/>
              </a:ext>
            </a:extLst>
          </p:cNvPr>
          <p:cNvSpPr txBox="1">
            <a:spLocks/>
          </p:cNvSpPr>
          <p:nvPr/>
        </p:nvSpPr>
        <p:spPr>
          <a:xfrm>
            <a:off x="17526000" y="164563"/>
            <a:ext cx="478452" cy="347857"/>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6F15528-21DE-4FAA-801E-634DDDAF4B2B}" type="slidenum">
              <a:rPr lang="en-US" b="1" smtClean="0">
                <a:solidFill>
                  <a:srgbClr val="31859C"/>
                </a:solidFill>
                <a:latin typeface="Arial" panose="020B0604020202020204" pitchFamily="34" charset="0"/>
                <a:cs typeface="Arial" panose="020B0604020202020204" pitchFamily="34" charset="0"/>
              </a:rPr>
              <a:pPr/>
              <a:t>45</a:t>
            </a:fld>
            <a:endParaRPr lang="en-US" b="1" dirty="0">
              <a:solidFill>
                <a:srgbClr val="31859C"/>
              </a:solidFill>
              <a:latin typeface="Arial" panose="020B0604020202020204" pitchFamily="34" charset="0"/>
              <a:cs typeface="Arial" panose="020B0604020202020204" pitchFamily="34" charset="0"/>
            </a:endParaRPr>
          </a:p>
        </p:txBody>
      </p:sp>
      <p:sp>
        <p:nvSpPr>
          <p:cNvPr id="16" name="Footer Placeholder 9">
            <a:extLst>
              <a:ext uri="{FF2B5EF4-FFF2-40B4-BE49-F238E27FC236}">
                <a16:creationId xmlns:a16="http://schemas.microsoft.com/office/drawing/2014/main" id="{91238751-4B41-A64D-9256-38165806A582}"/>
              </a:ext>
            </a:extLst>
          </p:cNvPr>
          <p:cNvSpPr txBox="1">
            <a:spLocks/>
          </p:cNvSpPr>
          <p:nvPr/>
        </p:nvSpPr>
        <p:spPr>
          <a:xfrm>
            <a:off x="15163800" y="9715499"/>
            <a:ext cx="2895600"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endParaRPr lang="en-US" dirty="0">
              <a:solidFill>
                <a:srgbClr val="00667A"/>
              </a:solidFill>
              <a:latin typeface="Arial" panose="020B0604020202020204" pitchFamily="34" charset="0"/>
              <a:cs typeface="Arial" panose="020B0604020202020204" pitchFamily="34" charset="0"/>
            </a:endParaRPr>
          </a:p>
        </p:txBody>
      </p:sp>
      <p:sp>
        <p:nvSpPr>
          <p:cNvPr id="15" name="Footer Placeholder 9">
            <a:extLst>
              <a:ext uri="{FF2B5EF4-FFF2-40B4-BE49-F238E27FC236}">
                <a16:creationId xmlns:a16="http://schemas.microsoft.com/office/drawing/2014/main" id="{976232BB-FC90-084A-A77F-98BBE7BA4C6D}"/>
              </a:ext>
            </a:extLst>
          </p:cNvPr>
          <p:cNvSpPr>
            <a:spLocks noGrp="1"/>
          </p:cNvSpPr>
          <p:nvPr>
            <p:ph type="ftr" sz="quarter" idx="11"/>
          </p:nvPr>
        </p:nvSpPr>
        <p:spPr>
          <a:xfrm>
            <a:off x="533400" y="9715499"/>
            <a:ext cx="6019800" cy="442894"/>
          </a:xfrm>
        </p:spPr>
        <p:txBody>
          <a:bodyPr/>
          <a:lstStyle/>
          <a:p>
            <a:pPr algn="l"/>
            <a:r>
              <a:rPr lang="en-US" b="1" dirty="0">
                <a:solidFill>
                  <a:srgbClr val="00667A"/>
                </a:solidFill>
                <a:latin typeface="Arial" panose="020B0604020202020204" pitchFamily="34" charset="0"/>
                <a:cs typeface="Arial" panose="020B0604020202020204" pitchFamily="34" charset="0"/>
              </a:rPr>
              <a:t>ICTSAD507 </a:t>
            </a:r>
            <a:r>
              <a:rPr lang="en-US" dirty="0">
                <a:solidFill>
                  <a:srgbClr val="00667A"/>
                </a:solidFill>
                <a:latin typeface="Arial" panose="020B0604020202020204" pitchFamily="34" charset="0"/>
                <a:cs typeface="Arial" panose="020B0604020202020204" pitchFamily="34" charset="0"/>
              </a:rPr>
              <a:t>Design and implement quality assurance processes for business solutions </a:t>
            </a:r>
          </a:p>
        </p:txBody>
      </p:sp>
      <p:sp>
        <p:nvSpPr>
          <p:cNvPr id="18" name="TextBox 3">
            <a:extLst>
              <a:ext uri="{FF2B5EF4-FFF2-40B4-BE49-F238E27FC236}">
                <a16:creationId xmlns:a16="http://schemas.microsoft.com/office/drawing/2014/main" id="{3F271B03-9BE3-614B-BFC7-B7CCF4234146}"/>
              </a:ext>
            </a:extLst>
          </p:cNvPr>
          <p:cNvSpPr txBox="1"/>
          <p:nvPr/>
        </p:nvSpPr>
        <p:spPr>
          <a:xfrm>
            <a:off x="990600" y="8337587"/>
            <a:ext cx="16745495" cy="692113"/>
          </a:xfrm>
          <a:prstGeom prst="rect">
            <a:avLst/>
          </a:prstGeom>
        </p:spPr>
        <p:txBody>
          <a:bodyPr wrap="square" lIns="0" tIns="0" rIns="0" bIns="0" rtlCol="0" anchor="t">
            <a:spAutoFit/>
          </a:bodyPr>
          <a:lstStyle/>
          <a:p>
            <a:pPr algn="r">
              <a:lnSpc>
                <a:spcPts val="5759"/>
              </a:lnSpc>
            </a:pPr>
            <a:r>
              <a:rPr lang="en-US" sz="4600" spc="192" dirty="0">
                <a:solidFill>
                  <a:schemeClr val="bg1"/>
                </a:solidFill>
                <a:latin typeface="Arial" panose="020B0604020202020204" pitchFamily="34" charset="0"/>
                <a:cs typeface="Arial" panose="020B0604020202020204" pitchFamily="34" charset="0"/>
              </a:rPr>
              <a:t>Topic 4: Improve quality</a:t>
            </a:r>
          </a:p>
        </p:txBody>
      </p:sp>
    </p:spTree>
    <p:extLst>
      <p:ext uri="{BB962C8B-B14F-4D97-AF65-F5344CB8AC3E}">
        <p14:creationId xmlns:p14="http://schemas.microsoft.com/office/powerpoint/2010/main" val="478461486"/>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bg>
      <p:bgPr>
        <a:solidFill>
          <a:srgbClr val="00667A"/>
        </a:solidFill>
        <a:effectLst/>
      </p:bgPr>
    </p:bg>
    <p:spTree>
      <p:nvGrpSpPr>
        <p:cNvPr id="1" name=""/>
        <p:cNvGrpSpPr/>
        <p:nvPr/>
      </p:nvGrpSpPr>
      <p:grpSpPr>
        <a:xfrm>
          <a:off x="0" y="0"/>
          <a:ext cx="0" cy="0"/>
          <a:chOff x="0" y="0"/>
          <a:chExt cx="0" cy="0"/>
        </a:xfrm>
      </p:grpSpPr>
      <p:sp>
        <p:nvSpPr>
          <p:cNvPr id="2" name="AutoShape 2"/>
          <p:cNvSpPr/>
          <p:nvPr/>
        </p:nvSpPr>
        <p:spPr>
          <a:xfrm>
            <a:off x="0" y="7886700"/>
            <a:ext cx="18288000" cy="1621070"/>
          </a:xfrm>
          <a:prstGeom prst="rect">
            <a:avLst/>
          </a:prstGeom>
          <a:solidFill>
            <a:schemeClr val="bg1"/>
          </a:solidFill>
        </p:spPr>
        <p:txBody>
          <a:bodyPr/>
          <a:lstStyle/>
          <a:p>
            <a:endParaRPr lang="en-US"/>
          </a:p>
        </p:txBody>
      </p:sp>
      <p:sp>
        <p:nvSpPr>
          <p:cNvPr id="4" name="TextBox 4"/>
          <p:cNvSpPr txBox="1"/>
          <p:nvPr/>
        </p:nvSpPr>
        <p:spPr>
          <a:xfrm>
            <a:off x="2209800" y="1676834"/>
            <a:ext cx="14935200" cy="5124736"/>
          </a:xfrm>
          <a:prstGeom prst="rect">
            <a:avLst/>
          </a:prstGeom>
        </p:spPr>
        <p:txBody>
          <a:bodyPr wrap="square" lIns="0" tIns="0" rIns="0" bIns="0" rtlCol="0" anchor="t">
            <a:spAutoFit/>
          </a:bodyPr>
          <a:lstStyle/>
          <a:p>
            <a:pPr>
              <a:lnSpc>
                <a:spcPct val="114000"/>
              </a:lnSpc>
              <a:spcBef>
                <a:spcPts val="600"/>
              </a:spcBef>
              <a:spcAft>
                <a:spcPts val="600"/>
              </a:spcAft>
            </a:pPr>
            <a:r>
              <a:rPr lang="en-US" sz="3200" b="1" spc="200" dirty="0">
                <a:solidFill>
                  <a:schemeClr val="bg1"/>
                </a:solidFill>
                <a:latin typeface="Arial" panose="020B0604020202020204" pitchFamily="34" charset="0"/>
                <a:cs typeface="Arial" panose="020B0604020202020204" pitchFamily="34" charset="0"/>
              </a:rPr>
              <a:t>ACTIVITY: RESEARCH AND DISCUSS</a:t>
            </a:r>
            <a:endParaRPr lang="en-US" sz="2500" b="1" spc="200" dirty="0">
              <a:solidFill>
                <a:schemeClr val="bg1"/>
              </a:solidFill>
              <a:latin typeface="Arial" panose="020B0604020202020204" pitchFamily="34" charset="0"/>
              <a:cs typeface="Arial" panose="020B0604020202020204" pitchFamily="34" charset="0"/>
            </a:endParaRPr>
          </a:p>
          <a:p>
            <a:pPr>
              <a:lnSpc>
                <a:spcPct val="114000"/>
              </a:lnSpc>
              <a:spcBef>
                <a:spcPts val="600"/>
              </a:spcBef>
              <a:spcAft>
                <a:spcPts val="600"/>
              </a:spcAft>
            </a:pPr>
            <a:r>
              <a:rPr lang="en-US" sz="3000" spc="25" dirty="0">
                <a:solidFill>
                  <a:schemeClr val="bg1"/>
                </a:solidFill>
                <a:latin typeface="Arial" panose="020B0604020202020204" pitchFamily="34" charset="0"/>
                <a:cs typeface="Arial" panose="020B0604020202020204" pitchFamily="34" charset="0"/>
              </a:rPr>
              <a:t>Work in pairs to research on the Internet the following QMS systems most used today:</a:t>
            </a:r>
          </a:p>
          <a:p>
            <a:pPr marL="457200" indent="-457200">
              <a:lnSpc>
                <a:spcPct val="114000"/>
              </a:lnSpc>
              <a:spcBef>
                <a:spcPts val="600"/>
              </a:spcBef>
              <a:spcAft>
                <a:spcPts val="600"/>
              </a:spcAft>
              <a:buFont typeface="Arial" panose="020B0604020202020204" pitchFamily="34" charset="0"/>
              <a:buChar char="•"/>
            </a:pPr>
            <a:r>
              <a:rPr lang="en-US" sz="3000" spc="25" dirty="0">
                <a:solidFill>
                  <a:schemeClr val="bg1"/>
                </a:solidFill>
                <a:latin typeface="Arial" panose="020B0604020202020204" pitchFamily="34" charset="0"/>
                <a:cs typeface="Arial" panose="020B0604020202020204" pitchFamily="34" charset="0"/>
              </a:rPr>
              <a:t>Six Sigma</a:t>
            </a:r>
          </a:p>
          <a:p>
            <a:pPr marL="457200" indent="-457200">
              <a:lnSpc>
                <a:spcPct val="114000"/>
              </a:lnSpc>
              <a:spcBef>
                <a:spcPts val="600"/>
              </a:spcBef>
              <a:spcAft>
                <a:spcPts val="600"/>
              </a:spcAft>
              <a:buFont typeface="Arial" panose="020B0604020202020204" pitchFamily="34" charset="0"/>
              <a:buChar char="•"/>
            </a:pPr>
            <a:r>
              <a:rPr lang="en-US" sz="3000" spc="25" dirty="0">
                <a:solidFill>
                  <a:schemeClr val="bg1"/>
                </a:solidFill>
                <a:latin typeface="Arial" panose="020B0604020202020204" pitchFamily="34" charset="0"/>
                <a:cs typeface="Arial" panose="020B0604020202020204" pitchFamily="34" charset="0"/>
              </a:rPr>
              <a:t>LEAN</a:t>
            </a:r>
          </a:p>
          <a:p>
            <a:pPr marL="457200" indent="-457200">
              <a:lnSpc>
                <a:spcPct val="114000"/>
              </a:lnSpc>
              <a:spcBef>
                <a:spcPts val="600"/>
              </a:spcBef>
              <a:spcAft>
                <a:spcPts val="600"/>
              </a:spcAft>
              <a:buFont typeface="Arial" panose="020B0604020202020204" pitchFamily="34" charset="0"/>
              <a:buChar char="•"/>
            </a:pPr>
            <a:r>
              <a:rPr lang="en-US" sz="3000" spc="25" dirty="0">
                <a:solidFill>
                  <a:schemeClr val="bg1"/>
                </a:solidFill>
                <a:latin typeface="Arial" panose="020B0604020202020204" pitchFamily="34" charset="0"/>
                <a:cs typeface="Arial" panose="020B0604020202020204" pitchFamily="34" charset="0"/>
              </a:rPr>
              <a:t>TQM </a:t>
            </a:r>
          </a:p>
          <a:p>
            <a:pPr marL="457200" indent="-457200">
              <a:lnSpc>
                <a:spcPct val="114000"/>
              </a:lnSpc>
              <a:spcBef>
                <a:spcPts val="600"/>
              </a:spcBef>
              <a:spcAft>
                <a:spcPts val="600"/>
              </a:spcAft>
              <a:buFont typeface="Arial" panose="020B0604020202020204" pitchFamily="34" charset="0"/>
              <a:buChar char="•"/>
            </a:pPr>
            <a:r>
              <a:rPr lang="en-US" sz="3000" spc="25" dirty="0">
                <a:solidFill>
                  <a:schemeClr val="bg1"/>
                </a:solidFill>
                <a:latin typeface="Arial" panose="020B0604020202020204" pitchFamily="34" charset="0"/>
                <a:cs typeface="Arial" panose="020B0604020202020204" pitchFamily="34" charset="0"/>
              </a:rPr>
              <a:t>ISO 9001</a:t>
            </a:r>
          </a:p>
          <a:p>
            <a:pPr>
              <a:lnSpc>
                <a:spcPct val="114000"/>
              </a:lnSpc>
              <a:spcBef>
                <a:spcPts val="600"/>
              </a:spcBef>
              <a:spcAft>
                <a:spcPts val="600"/>
              </a:spcAft>
            </a:pPr>
            <a:r>
              <a:rPr lang="en-US" sz="3000" spc="25" dirty="0">
                <a:solidFill>
                  <a:schemeClr val="bg1"/>
                </a:solidFill>
                <a:latin typeface="Arial" panose="020B0604020202020204" pitchFamily="34" charset="0"/>
                <a:cs typeface="Arial" panose="020B0604020202020204" pitchFamily="34" charset="0"/>
              </a:rPr>
              <a:t>Provide a brief overview of each. List at least two advantages and disadvantages of each.</a:t>
            </a:r>
          </a:p>
        </p:txBody>
      </p:sp>
      <p:grpSp>
        <p:nvGrpSpPr>
          <p:cNvPr id="17" name="Group 16">
            <a:extLst>
              <a:ext uri="{FF2B5EF4-FFF2-40B4-BE49-F238E27FC236}">
                <a16:creationId xmlns:a16="http://schemas.microsoft.com/office/drawing/2014/main" id="{9BC53F16-C04B-4406-BBF9-D518BC5BACFE}"/>
              </a:ext>
            </a:extLst>
          </p:cNvPr>
          <p:cNvGrpSpPr/>
          <p:nvPr/>
        </p:nvGrpSpPr>
        <p:grpSpPr>
          <a:xfrm>
            <a:off x="1028700" y="495300"/>
            <a:ext cx="17259300" cy="218203"/>
            <a:chOff x="1028700" y="723900"/>
            <a:chExt cx="17259300" cy="218203"/>
          </a:xfrm>
          <a:solidFill>
            <a:schemeClr val="bg1"/>
          </a:solidFill>
        </p:grpSpPr>
        <p:sp>
          <p:nvSpPr>
            <p:cNvPr id="6" name="AutoShape 6"/>
            <p:cNvSpPr/>
            <p:nvPr/>
          </p:nvSpPr>
          <p:spPr>
            <a:xfrm>
              <a:off x="1044000" y="826884"/>
              <a:ext cx="17244000" cy="20795"/>
            </a:xfrm>
            <a:prstGeom prst="rect">
              <a:avLst/>
            </a:prstGeom>
            <a:grpFill/>
          </p:spPr>
          <p:txBody>
            <a:bodyPr/>
            <a:lstStyle/>
            <a:p>
              <a:endParaRPr lang="en-US"/>
            </a:p>
          </p:txBody>
        </p:sp>
        <p:sp>
          <p:nvSpPr>
            <p:cNvPr id="7" name="AutoShape 7"/>
            <p:cNvSpPr/>
            <p:nvPr/>
          </p:nvSpPr>
          <p:spPr>
            <a:xfrm>
              <a:off x="1028700" y="723900"/>
              <a:ext cx="219025" cy="209643"/>
            </a:xfrm>
            <a:prstGeom prst="rect">
              <a:avLst/>
            </a:prstGeom>
            <a:grpFill/>
          </p:spPr>
          <p:txBody>
            <a:bodyPr/>
            <a:lstStyle/>
            <a:p>
              <a:endParaRPr lang="en-US"/>
            </a:p>
          </p:txBody>
        </p:sp>
        <p:sp>
          <p:nvSpPr>
            <p:cNvPr id="8" name="AutoShape 8"/>
            <p:cNvSpPr/>
            <p:nvPr/>
          </p:nvSpPr>
          <p:spPr>
            <a:xfrm>
              <a:off x="6856574" y="732460"/>
              <a:ext cx="219025" cy="209643"/>
            </a:xfrm>
            <a:prstGeom prst="rect">
              <a:avLst/>
            </a:prstGeom>
            <a:grpFill/>
          </p:spPr>
          <p:txBody>
            <a:bodyPr/>
            <a:lstStyle/>
            <a:p>
              <a:endParaRPr lang="en-US"/>
            </a:p>
          </p:txBody>
        </p:sp>
        <p:sp>
          <p:nvSpPr>
            <p:cNvPr id="9" name="AutoShape 9"/>
            <p:cNvSpPr/>
            <p:nvPr/>
          </p:nvSpPr>
          <p:spPr>
            <a:xfrm>
              <a:off x="12684448" y="732460"/>
              <a:ext cx="219025" cy="209643"/>
            </a:xfrm>
            <a:prstGeom prst="rect">
              <a:avLst/>
            </a:prstGeom>
            <a:grpFill/>
          </p:spPr>
          <p:txBody>
            <a:bodyPr/>
            <a:lstStyle/>
            <a:p>
              <a:endParaRPr lang="en-US"/>
            </a:p>
          </p:txBody>
        </p:sp>
      </p:grpSp>
      <p:pic>
        <p:nvPicPr>
          <p:cNvPr id="12" name="Graphic 11" descr="Head with gears">
            <a:extLst>
              <a:ext uri="{FF2B5EF4-FFF2-40B4-BE49-F238E27FC236}">
                <a16:creationId xmlns:a16="http://schemas.microsoft.com/office/drawing/2014/main" id="{24660D36-8AF2-4286-AAA9-78D28F426CF7}"/>
              </a:ext>
            </a:extLst>
          </p:cNvPr>
          <p:cNvPicPr>
            <a:picLocks noChangeAspect="1"/>
          </p:cNvPicPr>
          <p:nvPr/>
        </p:nvPicPr>
        <p:blipFill>
          <a:blip r:embed="rId3">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flipH="1">
            <a:off x="643741" y="1676834"/>
            <a:ext cx="1207968" cy="1207968"/>
          </a:xfrm>
          <a:prstGeom prst="rect">
            <a:avLst/>
          </a:prstGeom>
        </p:spPr>
      </p:pic>
      <p:sp>
        <p:nvSpPr>
          <p:cNvPr id="18" name="Footer Placeholder 9">
            <a:extLst>
              <a:ext uri="{FF2B5EF4-FFF2-40B4-BE49-F238E27FC236}">
                <a16:creationId xmlns:a16="http://schemas.microsoft.com/office/drawing/2014/main" id="{28DCC937-298F-458D-B2D1-4B0524F6D728}"/>
              </a:ext>
            </a:extLst>
          </p:cNvPr>
          <p:cNvSpPr txBox="1">
            <a:spLocks/>
          </p:cNvSpPr>
          <p:nvPr/>
        </p:nvSpPr>
        <p:spPr>
          <a:xfrm>
            <a:off x="15163800" y="9715499"/>
            <a:ext cx="2895600"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endParaRPr lang="en-US" dirty="0">
              <a:solidFill>
                <a:schemeClr val="bg1"/>
              </a:solidFill>
              <a:latin typeface="Arial" panose="020B0604020202020204" pitchFamily="34" charset="0"/>
              <a:cs typeface="Arial" panose="020B0604020202020204" pitchFamily="34" charset="0"/>
            </a:endParaRPr>
          </a:p>
        </p:txBody>
      </p:sp>
      <p:sp>
        <p:nvSpPr>
          <p:cNvPr id="14" name="Slide Number Placeholder 10">
            <a:extLst>
              <a:ext uri="{FF2B5EF4-FFF2-40B4-BE49-F238E27FC236}">
                <a16:creationId xmlns:a16="http://schemas.microsoft.com/office/drawing/2014/main" id="{2CC8EE72-4EB2-A843-A602-EEAF09A8A808}"/>
              </a:ext>
            </a:extLst>
          </p:cNvPr>
          <p:cNvSpPr txBox="1">
            <a:spLocks/>
          </p:cNvSpPr>
          <p:nvPr/>
        </p:nvSpPr>
        <p:spPr>
          <a:xfrm>
            <a:off x="17526000" y="164563"/>
            <a:ext cx="478452" cy="347857"/>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6F15528-21DE-4FAA-801E-634DDDAF4B2B}" type="slidenum">
              <a:rPr lang="en-US" smtClean="0">
                <a:solidFill>
                  <a:schemeClr val="bg1"/>
                </a:solidFill>
                <a:latin typeface="Arial" panose="020B0604020202020204" pitchFamily="34" charset="0"/>
                <a:cs typeface="Arial" panose="020B0604020202020204" pitchFamily="34" charset="0"/>
              </a:rPr>
              <a:pPr/>
              <a:t>46</a:t>
            </a:fld>
            <a:endParaRPr lang="en-US" dirty="0">
              <a:solidFill>
                <a:schemeClr val="bg1"/>
              </a:solidFill>
              <a:latin typeface="Arial" panose="020B0604020202020204" pitchFamily="34" charset="0"/>
              <a:cs typeface="Arial" panose="020B0604020202020204" pitchFamily="34" charset="0"/>
            </a:endParaRPr>
          </a:p>
        </p:txBody>
      </p:sp>
      <p:sp>
        <p:nvSpPr>
          <p:cNvPr id="16" name="Footer Placeholder 9">
            <a:extLst>
              <a:ext uri="{FF2B5EF4-FFF2-40B4-BE49-F238E27FC236}">
                <a16:creationId xmlns:a16="http://schemas.microsoft.com/office/drawing/2014/main" id="{AB9BE680-5A93-6744-9278-BEC84DF3AC8D}"/>
              </a:ext>
            </a:extLst>
          </p:cNvPr>
          <p:cNvSpPr>
            <a:spLocks noGrp="1"/>
          </p:cNvSpPr>
          <p:nvPr>
            <p:ph type="ftr" sz="quarter" idx="11"/>
          </p:nvPr>
        </p:nvSpPr>
        <p:spPr>
          <a:xfrm>
            <a:off x="533400" y="9715499"/>
            <a:ext cx="6019800" cy="442894"/>
          </a:xfrm>
        </p:spPr>
        <p:txBody>
          <a:bodyPr/>
          <a:lstStyle/>
          <a:p>
            <a:pPr algn="l"/>
            <a:r>
              <a:rPr lang="en-US" b="1" dirty="0">
                <a:solidFill>
                  <a:schemeClr val="bg1"/>
                </a:solidFill>
                <a:latin typeface="Arial" panose="020B0604020202020204" pitchFamily="34" charset="0"/>
                <a:cs typeface="Arial" panose="020B0604020202020204" pitchFamily="34" charset="0"/>
              </a:rPr>
              <a:t>ICTSAD507 </a:t>
            </a:r>
            <a:r>
              <a:rPr lang="en-US" dirty="0">
                <a:solidFill>
                  <a:schemeClr val="bg1"/>
                </a:solidFill>
                <a:latin typeface="Arial" panose="020B0604020202020204" pitchFamily="34" charset="0"/>
                <a:cs typeface="Arial" panose="020B0604020202020204" pitchFamily="34" charset="0"/>
              </a:rPr>
              <a:t>Design and implement quality assurance processes for business solutions </a:t>
            </a:r>
          </a:p>
        </p:txBody>
      </p:sp>
      <p:sp>
        <p:nvSpPr>
          <p:cNvPr id="19" name="TextBox 3">
            <a:extLst>
              <a:ext uri="{FF2B5EF4-FFF2-40B4-BE49-F238E27FC236}">
                <a16:creationId xmlns:a16="http://schemas.microsoft.com/office/drawing/2014/main" id="{A1923229-1ACB-F940-B312-65DBB650E333}"/>
              </a:ext>
            </a:extLst>
          </p:cNvPr>
          <p:cNvSpPr txBox="1"/>
          <p:nvPr/>
        </p:nvSpPr>
        <p:spPr>
          <a:xfrm>
            <a:off x="990600" y="8337587"/>
            <a:ext cx="16745495" cy="692113"/>
          </a:xfrm>
          <a:prstGeom prst="rect">
            <a:avLst/>
          </a:prstGeom>
        </p:spPr>
        <p:txBody>
          <a:bodyPr wrap="square" lIns="0" tIns="0" rIns="0" bIns="0" rtlCol="0" anchor="t">
            <a:spAutoFit/>
          </a:bodyPr>
          <a:lstStyle/>
          <a:p>
            <a:pPr algn="r">
              <a:lnSpc>
                <a:spcPts val="5759"/>
              </a:lnSpc>
            </a:pPr>
            <a:r>
              <a:rPr lang="en-US" sz="4600" spc="192" dirty="0">
                <a:solidFill>
                  <a:srgbClr val="00667A"/>
                </a:solidFill>
                <a:latin typeface="Arial" panose="020B0604020202020204" pitchFamily="34" charset="0"/>
                <a:cs typeface="Arial" panose="020B0604020202020204" pitchFamily="34" charset="0"/>
              </a:rPr>
              <a:t>Topic 4: Improve quality</a:t>
            </a:r>
          </a:p>
        </p:txBody>
      </p:sp>
    </p:spTree>
    <p:extLst>
      <p:ext uri="{BB962C8B-B14F-4D97-AF65-F5344CB8AC3E}">
        <p14:creationId xmlns:p14="http://schemas.microsoft.com/office/powerpoint/2010/main" val="2968738445"/>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bg>
      <p:bgPr>
        <a:solidFill>
          <a:srgbClr val="00667A"/>
        </a:solidFill>
        <a:effectLst/>
      </p:bgPr>
    </p:bg>
    <p:spTree>
      <p:nvGrpSpPr>
        <p:cNvPr id="1" name=""/>
        <p:cNvGrpSpPr/>
        <p:nvPr/>
      </p:nvGrpSpPr>
      <p:grpSpPr>
        <a:xfrm>
          <a:off x="0" y="0"/>
          <a:ext cx="0" cy="0"/>
          <a:chOff x="0" y="0"/>
          <a:chExt cx="0" cy="0"/>
        </a:xfrm>
      </p:grpSpPr>
      <p:sp>
        <p:nvSpPr>
          <p:cNvPr id="2" name="AutoShape 2"/>
          <p:cNvSpPr/>
          <p:nvPr/>
        </p:nvSpPr>
        <p:spPr>
          <a:xfrm>
            <a:off x="0" y="7886700"/>
            <a:ext cx="18288000" cy="1621070"/>
          </a:xfrm>
          <a:prstGeom prst="rect">
            <a:avLst/>
          </a:prstGeom>
          <a:solidFill>
            <a:schemeClr val="bg1"/>
          </a:solidFill>
        </p:spPr>
        <p:txBody>
          <a:bodyPr/>
          <a:lstStyle/>
          <a:p>
            <a:endParaRPr lang="en-US"/>
          </a:p>
        </p:txBody>
      </p:sp>
      <p:sp>
        <p:nvSpPr>
          <p:cNvPr id="4" name="TextBox 4"/>
          <p:cNvSpPr txBox="1"/>
          <p:nvPr/>
        </p:nvSpPr>
        <p:spPr>
          <a:xfrm>
            <a:off x="2209800" y="1676834"/>
            <a:ext cx="14935200" cy="1877694"/>
          </a:xfrm>
          <a:prstGeom prst="rect">
            <a:avLst/>
          </a:prstGeom>
        </p:spPr>
        <p:txBody>
          <a:bodyPr wrap="square" lIns="0" tIns="0" rIns="0" bIns="0" rtlCol="0" anchor="t">
            <a:spAutoFit/>
          </a:bodyPr>
          <a:lstStyle/>
          <a:p>
            <a:pPr>
              <a:lnSpc>
                <a:spcPct val="114000"/>
              </a:lnSpc>
              <a:spcBef>
                <a:spcPts val="600"/>
              </a:spcBef>
              <a:spcAft>
                <a:spcPts val="600"/>
              </a:spcAft>
            </a:pPr>
            <a:r>
              <a:rPr lang="en-US" sz="3200" b="1" spc="200" dirty="0">
                <a:solidFill>
                  <a:schemeClr val="bg1"/>
                </a:solidFill>
                <a:latin typeface="Arial" panose="020B0604020202020204" pitchFamily="34" charset="0"/>
                <a:cs typeface="Arial" panose="020B0604020202020204" pitchFamily="34" charset="0"/>
              </a:rPr>
              <a:t>ACTIVITY: WATCH</a:t>
            </a:r>
            <a:endParaRPr lang="en-US" sz="2500" b="1" spc="200" dirty="0">
              <a:solidFill>
                <a:schemeClr val="bg1"/>
              </a:solidFill>
              <a:latin typeface="Arial" panose="020B0604020202020204" pitchFamily="34" charset="0"/>
              <a:cs typeface="Arial" panose="020B0604020202020204" pitchFamily="34" charset="0"/>
            </a:endParaRPr>
          </a:p>
          <a:p>
            <a:pPr>
              <a:lnSpc>
                <a:spcPct val="114000"/>
              </a:lnSpc>
              <a:spcBef>
                <a:spcPts val="600"/>
              </a:spcBef>
              <a:spcAft>
                <a:spcPts val="600"/>
              </a:spcAft>
            </a:pPr>
            <a:r>
              <a:rPr lang="en-US" sz="3000" spc="25" dirty="0">
                <a:solidFill>
                  <a:schemeClr val="bg1"/>
                </a:solidFill>
                <a:latin typeface="Arial" panose="020B0604020202020204" pitchFamily="34" charset="0"/>
                <a:cs typeface="Arial" panose="020B0604020202020204" pitchFamily="34" charset="0"/>
              </a:rPr>
              <a:t>An example of continuous improvement at Frito Lay.</a:t>
            </a:r>
          </a:p>
          <a:p>
            <a:pPr>
              <a:lnSpc>
                <a:spcPct val="114000"/>
              </a:lnSpc>
              <a:spcBef>
                <a:spcPts val="600"/>
              </a:spcBef>
              <a:spcAft>
                <a:spcPts val="600"/>
              </a:spcAft>
            </a:pPr>
            <a:r>
              <a:rPr lang="en-US" sz="3000" spc="25" dirty="0">
                <a:solidFill>
                  <a:schemeClr val="bg1"/>
                </a:solidFill>
                <a:latin typeface="Arial" panose="020B0604020202020204" pitchFamily="34" charset="0"/>
                <a:cs typeface="Arial" panose="020B0604020202020204" pitchFamily="34" charset="0"/>
              </a:rPr>
              <a:t>Video: </a:t>
            </a:r>
            <a:r>
              <a:rPr lang="en-US" sz="3000" spc="25" dirty="0">
                <a:solidFill>
                  <a:schemeClr val="bg1"/>
                </a:solidFill>
                <a:latin typeface="Arial" panose="020B0604020202020204" pitchFamily="34" charset="0"/>
                <a:cs typeface="Arial" panose="020B0604020202020204" pitchFamily="34" charset="0"/>
                <a:hlinkClick r:id="rId3"/>
              </a:rPr>
              <a:t>https://www.youtube.com/watch?v=7Y5aozoFS1g</a:t>
            </a:r>
            <a:r>
              <a:rPr lang="en-US" sz="3000" spc="25" dirty="0">
                <a:solidFill>
                  <a:schemeClr val="bg1"/>
                </a:solidFill>
                <a:latin typeface="Arial" panose="020B0604020202020204" pitchFamily="34" charset="0"/>
                <a:cs typeface="Arial" panose="020B0604020202020204" pitchFamily="34" charset="0"/>
              </a:rPr>
              <a:t> (04:01) </a:t>
            </a:r>
          </a:p>
        </p:txBody>
      </p:sp>
      <p:grpSp>
        <p:nvGrpSpPr>
          <p:cNvPr id="17" name="Group 16">
            <a:extLst>
              <a:ext uri="{FF2B5EF4-FFF2-40B4-BE49-F238E27FC236}">
                <a16:creationId xmlns:a16="http://schemas.microsoft.com/office/drawing/2014/main" id="{9BC53F16-C04B-4406-BBF9-D518BC5BACFE}"/>
              </a:ext>
            </a:extLst>
          </p:cNvPr>
          <p:cNvGrpSpPr/>
          <p:nvPr/>
        </p:nvGrpSpPr>
        <p:grpSpPr>
          <a:xfrm>
            <a:off x="1028700" y="495300"/>
            <a:ext cx="17259300" cy="218203"/>
            <a:chOff x="1028700" y="723900"/>
            <a:chExt cx="17259300" cy="218203"/>
          </a:xfrm>
          <a:solidFill>
            <a:schemeClr val="bg1"/>
          </a:solidFill>
        </p:grpSpPr>
        <p:sp>
          <p:nvSpPr>
            <p:cNvPr id="6" name="AutoShape 6"/>
            <p:cNvSpPr/>
            <p:nvPr/>
          </p:nvSpPr>
          <p:spPr>
            <a:xfrm>
              <a:off x="1044000" y="826884"/>
              <a:ext cx="17244000" cy="20795"/>
            </a:xfrm>
            <a:prstGeom prst="rect">
              <a:avLst/>
            </a:prstGeom>
            <a:grpFill/>
          </p:spPr>
          <p:txBody>
            <a:bodyPr/>
            <a:lstStyle/>
            <a:p>
              <a:endParaRPr lang="en-US"/>
            </a:p>
          </p:txBody>
        </p:sp>
        <p:sp>
          <p:nvSpPr>
            <p:cNvPr id="7" name="AutoShape 7"/>
            <p:cNvSpPr/>
            <p:nvPr/>
          </p:nvSpPr>
          <p:spPr>
            <a:xfrm>
              <a:off x="1028700" y="723900"/>
              <a:ext cx="219025" cy="209643"/>
            </a:xfrm>
            <a:prstGeom prst="rect">
              <a:avLst/>
            </a:prstGeom>
            <a:grpFill/>
          </p:spPr>
          <p:txBody>
            <a:bodyPr/>
            <a:lstStyle/>
            <a:p>
              <a:endParaRPr lang="en-US"/>
            </a:p>
          </p:txBody>
        </p:sp>
        <p:sp>
          <p:nvSpPr>
            <p:cNvPr id="8" name="AutoShape 8"/>
            <p:cNvSpPr/>
            <p:nvPr/>
          </p:nvSpPr>
          <p:spPr>
            <a:xfrm>
              <a:off x="6856574" y="732460"/>
              <a:ext cx="219025" cy="209643"/>
            </a:xfrm>
            <a:prstGeom prst="rect">
              <a:avLst/>
            </a:prstGeom>
            <a:grpFill/>
          </p:spPr>
          <p:txBody>
            <a:bodyPr/>
            <a:lstStyle/>
            <a:p>
              <a:endParaRPr lang="en-US"/>
            </a:p>
          </p:txBody>
        </p:sp>
        <p:sp>
          <p:nvSpPr>
            <p:cNvPr id="9" name="AutoShape 9"/>
            <p:cNvSpPr/>
            <p:nvPr/>
          </p:nvSpPr>
          <p:spPr>
            <a:xfrm>
              <a:off x="12684448" y="732460"/>
              <a:ext cx="219025" cy="209643"/>
            </a:xfrm>
            <a:prstGeom prst="rect">
              <a:avLst/>
            </a:prstGeom>
            <a:grpFill/>
          </p:spPr>
          <p:txBody>
            <a:bodyPr/>
            <a:lstStyle/>
            <a:p>
              <a:endParaRPr lang="en-US"/>
            </a:p>
          </p:txBody>
        </p:sp>
      </p:grpSp>
      <p:pic>
        <p:nvPicPr>
          <p:cNvPr id="12" name="Graphic 11" descr="Head with gears">
            <a:extLst>
              <a:ext uri="{FF2B5EF4-FFF2-40B4-BE49-F238E27FC236}">
                <a16:creationId xmlns:a16="http://schemas.microsoft.com/office/drawing/2014/main" id="{24660D36-8AF2-4286-AAA9-78D28F426CF7}"/>
              </a:ext>
            </a:extLst>
          </p:cNvPr>
          <p:cNvPicPr>
            <a:picLocks noChangeAspect="1"/>
          </p:cNvPicPr>
          <p:nvPr/>
        </p:nvPicPr>
        <p:blipFill>
          <a:blip r:embed="rId4">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flipH="1">
            <a:off x="643741" y="1676834"/>
            <a:ext cx="1207968" cy="1207968"/>
          </a:xfrm>
          <a:prstGeom prst="rect">
            <a:avLst/>
          </a:prstGeom>
        </p:spPr>
      </p:pic>
      <p:sp>
        <p:nvSpPr>
          <p:cNvPr id="18" name="Footer Placeholder 9">
            <a:extLst>
              <a:ext uri="{FF2B5EF4-FFF2-40B4-BE49-F238E27FC236}">
                <a16:creationId xmlns:a16="http://schemas.microsoft.com/office/drawing/2014/main" id="{28DCC937-298F-458D-B2D1-4B0524F6D728}"/>
              </a:ext>
            </a:extLst>
          </p:cNvPr>
          <p:cNvSpPr txBox="1">
            <a:spLocks/>
          </p:cNvSpPr>
          <p:nvPr/>
        </p:nvSpPr>
        <p:spPr>
          <a:xfrm>
            <a:off x="15163800" y="9715499"/>
            <a:ext cx="2895600"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endParaRPr lang="en-US" dirty="0">
              <a:solidFill>
                <a:schemeClr val="bg1"/>
              </a:solidFill>
              <a:latin typeface="Arial" panose="020B0604020202020204" pitchFamily="34" charset="0"/>
              <a:cs typeface="Arial" panose="020B0604020202020204" pitchFamily="34" charset="0"/>
            </a:endParaRPr>
          </a:p>
        </p:txBody>
      </p:sp>
      <p:sp>
        <p:nvSpPr>
          <p:cNvPr id="14" name="Slide Number Placeholder 10">
            <a:extLst>
              <a:ext uri="{FF2B5EF4-FFF2-40B4-BE49-F238E27FC236}">
                <a16:creationId xmlns:a16="http://schemas.microsoft.com/office/drawing/2014/main" id="{2CC8EE72-4EB2-A843-A602-EEAF09A8A808}"/>
              </a:ext>
            </a:extLst>
          </p:cNvPr>
          <p:cNvSpPr txBox="1">
            <a:spLocks/>
          </p:cNvSpPr>
          <p:nvPr/>
        </p:nvSpPr>
        <p:spPr>
          <a:xfrm>
            <a:off x="17526000" y="164563"/>
            <a:ext cx="478452" cy="347857"/>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6F15528-21DE-4FAA-801E-634DDDAF4B2B}" type="slidenum">
              <a:rPr lang="en-US" smtClean="0">
                <a:solidFill>
                  <a:schemeClr val="bg1"/>
                </a:solidFill>
                <a:latin typeface="Arial" panose="020B0604020202020204" pitchFamily="34" charset="0"/>
                <a:cs typeface="Arial" panose="020B0604020202020204" pitchFamily="34" charset="0"/>
              </a:rPr>
              <a:pPr/>
              <a:t>47</a:t>
            </a:fld>
            <a:endParaRPr lang="en-US" dirty="0">
              <a:solidFill>
                <a:schemeClr val="bg1"/>
              </a:solidFill>
              <a:latin typeface="Arial" panose="020B0604020202020204" pitchFamily="34" charset="0"/>
              <a:cs typeface="Arial" panose="020B0604020202020204" pitchFamily="34" charset="0"/>
            </a:endParaRPr>
          </a:p>
        </p:txBody>
      </p:sp>
      <p:sp>
        <p:nvSpPr>
          <p:cNvPr id="16" name="Footer Placeholder 9">
            <a:extLst>
              <a:ext uri="{FF2B5EF4-FFF2-40B4-BE49-F238E27FC236}">
                <a16:creationId xmlns:a16="http://schemas.microsoft.com/office/drawing/2014/main" id="{AB9BE680-5A93-6744-9278-BEC84DF3AC8D}"/>
              </a:ext>
            </a:extLst>
          </p:cNvPr>
          <p:cNvSpPr>
            <a:spLocks noGrp="1"/>
          </p:cNvSpPr>
          <p:nvPr>
            <p:ph type="ftr" sz="quarter" idx="11"/>
          </p:nvPr>
        </p:nvSpPr>
        <p:spPr>
          <a:xfrm>
            <a:off x="533400" y="9715499"/>
            <a:ext cx="6019800" cy="442894"/>
          </a:xfrm>
        </p:spPr>
        <p:txBody>
          <a:bodyPr/>
          <a:lstStyle/>
          <a:p>
            <a:pPr algn="l"/>
            <a:r>
              <a:rPr lang="en-US" b="1" dirty="0">
                <a:solidFill>
                  <a:schemeClr val="bg1"/>
                </a:solidFill>
                <a:latin typeface="Arial" panose="020B0604020202020204" pitchFamily="34" charset="0"/>
                <a:cs typeface="Arial" panose="020B0604020202020204" pitchFamily="34" charset="0"/>
              </a:rPr>
              <a:t>ICTSAD507 </a:t>
            </a:r>
            <a:r>
              <a:rPr lang="en-US" dirty="0">
                <a:solidFill>
                  <a:schemeClr val="bg1"/>
                </a:solidFill>
                <a:latin typeface="Arial" panose="020B0604020202020204" pitchFamily="34" charset="0"/>
                <a:cs typeface="Arial" panose="020B0604020202020204" pitchFamily="34" charset="0"/>
              </a:rPr>
              <a:t>Design and implement quality assurance processes for business solutions </a:t>
            </a:r>
          </a:p>
        </p:txBody>
      </p:sp>
      <p:sp>
        <p:nvSpPr>
          <p:cNvPr id="19" name="TextBox 3">
            <a:extLst>
              <a:ext uri="{FF2B5EF4-FFF2-40B4-BE49-F238E27FC236}">
                <a16:creationId xmlns:a16="http://schemas.microsoft.com/office/drawing/2014/main" id="{A1923229-1ACB-F940-B312-65DBB650E333}"/>
              </a:ext>
            </a:extLst>
          </p:cNvPr>
          <p:cNvSpPr txBox="1"/>
          <p:nvPr/>
        </p:nvSpPr>
        <p:spPr>
          <a:xfrm>
            <a:off x="990600" y="8337587"/>
            <a:ext cx="16745495" cy="692113"/>
          </a:xfrm>
          <a:prstGeom prst="rect">
            <a:avLst/>
          </a:prstGeom>
        </p:spPr>
        <p:txBody>
          <a:bodyPr wrap="square" lIns="0" tIns="0" rIns="0" bIns="0" rtlCol="0" anchor="t">
            <a:spAutoFit/>
          </a:bodyPr>
          <a:lstStyle/>
          <a:p>
            <a:pPr algn="r">
              <a:lnSpc>
                <a:spcPts val="5759"/>
              </a:lnSpc>
            </a:pPr>
            <a:r>
              <a:rPr lang="en-US" sz="4600" spc="192" dirty="0">
                <a:solidFill>
                  <a:srgbClr val="00667A"/>
                </a:solidFill>
                <a:latin typeface="Arial" panose="020B0604020202020204" pitchFamily="34" charset="0"/>
                <a:cs typeface="Arial" panose="020B0604020202020204" pitchFamily="34" charset="0"/>
              </a:rPr>
              <a:t>Topic 4: Improve quality</a:t>
            </a:r>
          </a:p>
        </p:txBody>
      </p:sp>
    </p:spTree>
    <p:extLst>
      <p:ext uri="{BB962C8B-B14F-4D97-AF65-F5344CB8AC3E}">
        <p14:creationId xmlns:p14="http://schemas.microsoft.com/office/powerpoint/2010/main" val="2115964971"/>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 name="TextBox 3"/>
          <p:cNvSpPr txBox="1"/>
          <p:nvPr/>
        </p:nvSpPr>
        <p:spPr>
          <a:xfrm>
            <a:off x="5603551" y="8746411"/>
            <a:ext cx="11716295" cy="717197"/>
          </a:xfrm>
          <a:prstGeom prst="rect">
            <a:avLst/>
          </a:prstGeom>
        </p:spPr>
        <p:txBody>
          <a:bodyPr lIns="0" tIns="0" rIns="0" bIns="0" rtlCol="0" anchor="t">
            <a:spAutoFit/>
          </a:bodyPr>
          <a:lstStyle/>
          <a:p>
            <a:pPr algn="r">
              <a:lnSpc>
                <a:spcPts val="5759"/>
              </a:lnSpc>
            </a:pPr>
            <a:r>
              <a:rPr lang="en-US" sz="4800" spc="192" dirty="0">
                <a:solidFill>
                  <a:srgbClr val="F4F8F3"/>
                </a:solidFill>
                <a:latin typeface="Montserrat Light"/>
              </a:rPr>
              <a:t>Topic 1: Insert topic title </a:t>
            </a:r>
          </a:p>
        </p:txBody>
      </p:sp>
      <p:grpSp>
        <p:nvGrpSpPr>
          <p:cNvPr id="5" name="Group 5"/>
          <p:cNvGrpSpPr/>
          <p:nvPr/>
        </p:nvGrpSpPr>
        <p:grpSpPr>
          <a:xfrm>
            <a:off x="1028700" y="446788"/>
            <a:ext cx="17244000" cy="220040"/>
            <a:chOff x="0" y="0"/>
            <a:chExt cx="23454501" cy="293386"/>
          </a:xfrm>
          <a:solidFill>
            <a:srgbClr val="00667A"/>
          </a:solidFill>
        </p:grpSpPr>
        <p:sp>
          <p:nvSpPr>
            <p:cNvPr id="6" name="AutoShape 6"/>
            <p:cNvSpPr/>
            <p:nvPr/>
          </p:nvSpPr>
          <p:spPr>
            <a:xfrm>
              <a:off x="0" y="125899"/>
              <a:ext cx="23454501" cy="27726"/>
            </a:xfrm>
            <a:prstGeom prst="rect">
              <a:avLst/>
            </a:prstGeom>
            <a:grpFill/>
          </p:spPr>
          <p:txBody>
            <a:bodyPr/>
            <a:lstStyle/>
            <a:p>
              <a:endParaRPr lang="en-US"/>
            </a:p>
          </p:txBody>
        </p:sp>
        <p:sp>
          <p:nvSpPr>
            <p:cNvPr id="7" name="AutoShape 7"/>
            <p:cNvSpPr/>
            <p:nvPr/>
          </p:nvSpPr>
          <p:spPr>
            <a:xfrm>
              <a:off x="0" y="13863"/>
              <a:ext cx="292033" cy="279524"/>
            </a:xfrm>
            <a:prstGeom prst="rect">
              <a:avLst/>
            </a:prstGeom>
            <a:grpFill/>
          </p:spPr>
          <p:txBody>
            <a:bodyPr/>
            <a:lstStyle/>
            <a:p>
              <a:endParaRPr lang="en-US"/>
            </a:p>
          </p:txBody>
        </p:sp>
        <p:sp>
          <p:nvSpPr>
            <p:cNvPr id="8" name="AutoShape 8"/>
            <p:cNvSpPr/>
            <p:nvPr/>
          </p:nvSpPr>
          <p:spPr>
            <a:xfrm>
              <a:off x="7770499" y="0"/>
              <a:ext cx="292033" cy="279524"/>
            </a:xfrm>
            <a:prstGeom prst="rect">
              <a:avLst/>
            </a:prstGeom>
            <a:grpFill/>
          </p:spPr>
          <p:txBody>
            <a:bodyPr/>
            <a:lstStyle/>
            <a:p>
              <a:endParaRPr lang="en-US"/>
            </a:p>
          </p:txBody>
        </p:sp>
        <p:sp>
          <p:nvSpPr>
            <p:cNvPr id="9" name="AutoShape 9"/>
            <p:cNvSpPr/>
            <p:nvPr/>
          </p:nvSpPr>
          <p:spPr>
            <a:xfrm>
              <a:off x="15540998" y="0"/>
              <a:ext cx="292033" cy="279524"/>
            </a:xfrm>
            <a:prstGeom prst="rect">
              <a:avLst/>
            </a:prstGeom>
            <a:grpFill/>
          </p:spPr>
          <p:txBody>
            <a:bodyPr/>
            <a:lstStyle/>
            <a:p>
              <a:endParaRPr lang="en-US"/>
            </a:p>
          </p:txBody>
        </p:sp>
      </p:grpSp>
      <p:sp>
        <p:nvSpPr>
          <p:cNvPr id="12" name="AutoShape 2">
            <a:extLst>
              <a:ext uri="{FF2B5EF4-FFF2-40B4-BE49-F238E27FC236}">
                <a16:creationId xmlns:a16="http://schemas.microsoft.com/office/drawing/2014/main" id="{54B605DE-63C5-4B19-89D4-FD69EFF21B44}"/>
              </a:ext>
            </a:extLst>
          </p:cNvPr>
          <p:cNvSpPr/>
          <p:nvPr/>
        </p:nvSpPr>
        <p:spPr>
          <a:xfrm>
            <a:off x="0" y="7886700"/>
            <a:ext cx="18288000" cy="1621070"/>
          </a:xfrm>
          <a:prstGeom prst="rect">
            <a:avLst/>
          </a:prstGeom>
          <a:solidFill>
            <a:srgbClr val="00667A"/>
          </a:solidFill>
        </p:spPr>
        <p:txBody>
          <a:bodyPr/>
          <a:lstStyle/>
          <a:p>
            <a:endParaRPr lang="en-AU"/>
          </a:p>
        </p:txBody>
      </p:sp>
      <p:sp>
        <p:nvSpPr>
          <p:cNvPr id="17" name="TextBox 4">
            <a:extLst>
              <a:ext uri="{FF2B5EF4-FFF2-40B4-BE49-F238E27FC236}">
                <a16:creationId xmlns:a16="http://schemas.microsoft.com/office/drawing/2014/main" id="{EAC90A64-36BA-4EF5-BA95-DA478EAEA9E6}"/>
              </a:ext>
            </a:extLst>
          </p:cNvPr>
          <p:cNvSpPr txBox="1"/>
          <p:nvPr/>
        </p:nvSpPr>
        <p:spPr>
          <a:xfrm>
            <a:off x="1028700" y="1676834"/>
            <a:ext cx="12687300" cy="2776401"/>
          </a:xfrm>
          <a:prstGeom prst="rect">
            <a:avLst/>
          </a:prstGeom>
        </p:spPr>
        <p:txBody>
          <a:bodyPr wrap="square" lIns="0" tIns="0" rIns="0" bIns="0" rtlCol="0" anchor="t">
            <a:spAutoFit/>
          </a:bodyPr>
          <a:lstStyle/>
          <a:p>
            <a:pPr>
              <a:lnSpc>
                <a:spcPct val="114000"/>
              </a:lnSpc>
              <a:spcBef>
                <a:spcPts val="600"/>
              </a:spcBef>
              <a:spcAft>
                <a:spcPts val="600"/>
              </a:spcAft>
            </a:pPr>
            <a:r>
              <a:rPr lang="en-US" sz="3200" b="1" spc="25" dirty="0">
                <a:solidFill>
                  <a:srgbClr val="00667A"/>
                </a:solidFill>
                <a:latin typeface="Arial" panose="020B0604020202020204" pitchFamily="34" charset="0"/>
                <a:cs typeface="Arial" panose="020B0604020202020204" pitchFamily="34" charset="0"/>
              </a:rPr>
              <a:t>ARE STANDARDS BEING MET?</a:t>
            </a:r>
          </a:p>
          <a:p>
            <a:pPr>
              <a:lnSpc>
                <a:spcPct val="114000"/>
              </a:lnSpc>
              <a:spcBef>
                <a:spcPts val="600"/>
              </a:spcBef>
              <a:spcAft>
                <a:spcPts val="600"/>
              </a:spcAft>
            </a:pPr>
            <a:r>
              <a:rPr lang="en-US" sz="3000" spc="25" dirty="0">
                <a:solidFill>
                  <a:srgbClr val="00667A"/>
                </a:solidFill>
                <a:latin typeface="Arial" panose="020B0604020202020204" pitchFamily="34" charset="0"/>
                <a:cs typeface="Arial" panose="020B0604020202020204" pitchFamily="34" charset="0"/>
              </a:rPr>
              <a:t>To make any type of improvement you will need to collect, </a:t>
            </a:r>
            <a:r>
              <a:rPr lang="en-US" sz="3000" spc="25" dirty="0" err="1">
                <a:solidFill>
                  <a:srgbClr val="00667A"/>
                </a:solidFill>
                <a:latin typeface="Arial" panose="020B0604020202020204" pitchFamily="34" charset="0"/>
                <a:cs typeface="Arial" panose="020B0604020202020204" pitchFamily="34" charset="0"/>
              </a:rPr>
              <a:t>analyse</a:t>
            </a:r>
            <a:r>
              <a:rPr lang="en-US" sz="3000" spc="25" dirty="0">
                <a:solidFill>
                  <a:srgbClr val="00667A"/>
                </a:solidFill>
                <a:latin typeface="Arial" panose="020B0604020202020204" pitchFamily="34" charset="0"/>
                <a:cs typeface="Arial" panose="020B0604020202020204" pitchFamily="34" charset="0"/>
              </a:rPr>
              <a:t> and measure the quality performance results against the benchmarks identified in the planning stage. You can then determine if the quality standards are being met.</a:t>
            </a:r>
          </a:p>
        </p:txBody>
      </p:sp>
      <p:sp>
        <p:nvSpPr>
          <p:cNvPr id="14" name="Slide Number Placeholder 10">
            <a:extLst>
              <a:ext uri="{FF2B5EF4-FFF2-40B4-BE49-F238E27FC236}">
                <a16:creationId xmlns:a16="http://schemas.microsoft.com/office/drawing/2014/main" id="{5BC0C534-ADAF-D84D-81C8-2A1D2405EFB8}"/>
              </a:ext>
            </a:extLst>
          </p:cNvPr>
          <p:cNvSpPr txBox="1">
            <a:spLocks/>
          </p:cNvSpPr>
          <p:nvPr/>
        </p:nvSpPr>
        <p:spPr>
          <a:xfrm>
            <a:off x="17526000" y="164563"/>
            <a:ext cx="478452" cy="347857"/>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6F15528-21DE-4FAA-801E-634DDDAF4B2B}" type="slidenum">
              <a:rPr lang="en-US" b="1" smtClean="0">
                <a:solidFill>
                  <a:srgbClr val="31859C"/>
                </a:solidFill>
                <a:latin typeface="Arial" panose="020B0604020202020204" pitchFamily="34" charset="0"/>
                <a:cs typeface="Arial" panose="020B0604020202020204" pitchFamily="34" charset="0"/>
              </a:rPr>
              <a:pPr/>
              <a:t>48</a:t>
            </a:fld>
            <a:endParaRPr lang="en-US" b="1" dirty="0">
              <a:solidFill>
                <a:srgbClr val="31859C"/>
              </a:solidFill>
              <a:latin typeface="Arial" panose="020B0604020202020204" pitchFamily="34" charset="0"/>
              <a:cs typeface="Arial" panose="020B0604020202020204" pitchFamily="34" charset="0"/>
            </a:endParaRPr>
          </a:p>
        </p:txBody>
      </p:sp>
      <p:sp>
        <p:nvSpPr>
          <p:cNvPr id="16" name="Footer Placeholder 9">
            <a:extLst>
              <a:ext uri="{FF2B5EF4-FFF2-40B4-BE49-F238E27FC236}">
                <a16:creationId xmlns:a16="http://schemas.microsoft.com/office/drawing/2014/main" id="{91238751-4B41-A64D-9256-38165806A582}"/>
              </a:ext>
            </a:extLst>
          </p:cNvPr>
          <p:cNvSpPr txBox="1">
            <a:spLocks/>
          </p:cNvSpPr>
          <p:nvPr/>
        </p:nvSpPr>
        <p:spPr>
          <a:xfrm>
            <a:off x="15163800" y="9715499"/>
            <a:ext cx="2895600"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endParaRPr lang="en-US" dirty="0">
              <a:solidFill>
                <a:srgbClr val="00667A"/>
              </a:solidFill>
              <a:latin typeface="Arial" panose="020B0604020202020204" pitchFamily="34" charset="0"/>
              <a:cs typeface="Arial" panose="020B0604020202020204" pitchFamily="34" charset="0"/>
            </a:endParaRPr>
          </a:p>
        </p:txBody>
      </p:sp>
      <p:sp>
        <p:nvSpPr>
          <p:cNvPr id="15" name="Footer Placeholder 9">
            <a:extLst>
              <a:ext uri="{FF2B5EF4-FFF2-40B4-BE49-F238E27FC236}">
                <a16:creationId xmlns:a16="http://schemas.microsoft.com/office/drawing/2014/main" id="{976232BB-FC90-084A-A77F-98BBE7BA4C6D}"/>
              </a:ext>
            </a:extLst>
          </p:cNvPr>
          <p:cNvSpPr>
            <a:spLocks noGrp="1"/>
          </p:cNvSpPr>
          <p:nvPr>
            <p:ph type="ftr" sz="quarter" idx="11"/>
          </p:nvPr>
        </p:nvSpPr>
        <p:spPr>
          <a:xfrm>
            <a:off x="533400" y="9715499"/>
            <a:ext cx="6019800" cy="442894"/>
          </a:xfrm>
        </p:spPr>
        <p:txBody>
          <a:bodyPr/>
          <a:lstStyle/>
          <a:p>
            <a:pPr algn="l"/>
            <a:r>
              <a:rPr lang="en-US" b="1" dirty="0">
                <a:solidFill>
                  <a:srgbClr val="00667A"/>
                </a:solidFill>
                <a:latin typeface="Arial" panose="020B0604020202020204" pitchFamily="34" charset="0"/>
                <a:cs typeface="Arial" panose="020B0604020202020204" pitchFamily="34" charset="0"/>
              </a:rPr>
              <a:t>ICTSAD507 </a:t>
            </a:r>
            <a:r>
              <a:rPr lang="en-US" dirty="0">
                <a:solidFill>
                  <a:srgbClr val="00667A"/>
                </a:solidFill>
                <a:latin typeface="Arial" panose="020B0604020202020204" pitchFamily="34" charset="0"/>
                <a:cs typeface="Arial" panose="020B0604020202020204" pitchFamily="34" charset="0"/>
              </a:rPr>
              <a:t>Design and implement quality assurance processes for business solutions </a:t>
            </a:r>
          </a:p>
        </p:txBody>
      </p:sp>
      <p:sp>
        <p:nvSpPr>
          <p:cNvPr id="18" name="TextBox 3">
            <a:extLst>
              <a:ext uri="{FF2B5EF4-FFF2-40B4-BE49-F238E27FC236}">
                <a16:creationId xmlns:a16="http://schemas.microsoft.com/office/drawing/2014/main" id="{3F271B03-9BE3-614B-BFC7-B7CCF4234146}"/>
              </a:ext>
            </a:extLst>
          </p:cNvPr>
          <p:cNvSpPr txBox="1"/>
          <p:nvPr/>
        </p:nvSpPr>
        <p:spPr>
          <a:xfrm>
            <a:off x="990600" y="8337587"/>
            <a:ext cx="16745495" cy="692113"/>
          </a:xfrm>
          <a:prstGeom prst="rect">
            <a:avLst/>
          </a:prstGeom>
        </p:spPr>
        <p:txBody>
          <a:bodyPr wrap="square" lIns="0" tIns="0" rIns="0" bIns="0" rtlCol="0" anchor="t">
            <a:spAutoFit/>
          </a:bodyPr>
          <a:lstStyle/>
          <a:p>
            <a:pPr algn="r">
              <a:lnSpc>
                <a:spcPts val="5759"/>
              </a:lnSpc>
            </a:pPr>
            <a:r>
              <a:rPr lang="en-US" sz="4600" spc="192" dirty="0">
                <a:solidFill>
                  <a:schemeClr val="bg1"/>
                </a:solidFill>
                <a:latin typeface="Arial" panose="020B0604020202020204" pitchFamily="34" charset="0"/>
                <a:cs typeface="Arial" panose="020B0604020202020204" pitchFamily="34" charset="0"/>
              </a:rPr>
              <a:t>Topic 4: Improve quality</a:t>
            </a:r>
          </a:p>
        </p:txBody>
      </p:sp>
    </p:spTree>
    <p:extLst>
      <p:ext uri="{BB962C8B-B14F-4D97-AF65-F5344CB8AC3E}">
        <p14:creationId xmlns:p14="http://schemas.microsoft.com/office/powerpoint/2010/main" val="1927089467"/>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 name="TextBox 3"/>
          <p:cNvSpPr txBox="1"/>
          <p:nvPr/>
        </p:nvSpPr>
        <p:spPr>
          <a:xfrm>
            <a:off x="5603551" y="8746411"/>
            <a:ext cx="11716295" cy="717197"/>
          </a:xfrm>
          <a:prstGeom prst="rect">
            <a:avLst/>
          </a:prstGeom>
        </p:spPr>
        <p:txBody>
          <a:bodyPr lIns="0" tIns="0" rIns="0" bIns="0" rtlCol="0" anchor="t">
            <a:spAutoFit/>
          </a:bodyPr>
          <a:lstStyle/>
          <a:p>
            <a:pPr algn="r">
              <a:lnSpc>
                <a:spcPts val="5759"/>
              </a:lnSpc>
            </a:pPr>
            <a:r>
              <a:rPr lang="en-US" sz="4800" spc="192" dirty="0">
                <a:solidFill>
                  <a:srgbClr val="F4F8F3"/>
                </a:solidFill>
                <a:latin typeface="Montserrat Light"/>
              </a:rPr>
              <a:t>Topic 1: Insert topic title </a:t>
            </a:r>
          </a:p>
        </p:txBody>
      </p:sp>
      <p:grpSp>
        <p:nvGrpSpPr>
          <p:cNvPr id="5" name="Group 5"/>
          <p:cNvGrpSpPr/>
          <p:nvPr/>
        </p:nvGrpSpPr>
        <p:grpSpPr>
          <a:xfrm>
            <a:off x="1028700" y="446788"/>
            <a:ext cx="17244000" cy="220040"/>
            <a:chOff x="0" y="0"/>
            <a:chExt cx="23454501" cy="293386"/>
          </a:xfrm>
          <a:solidFill>
            <a:srgbClr val="00667A"/>
          </a:solidFill>
        </p:grpSpPr>
        <p:sp>
          <p:nvSpPr>
            <p:cNvPr id="6" name="AutoShape 6"/>
            <p:cNvSpPr/>
            <p:nvPr/>
          </p:nvSpPr>
          <p:spPr>
            <a:xfrm>
              <a:off x="0" y="125899"/>
              <a:ext cx="23454501" cy="27726"/>
            </a:xfrm>
            <a:prstGeom prst="rect">
              <a:avLst/>
            </a:prstGeom>
            <a:grpFill/>
          </p:spPr>
          <p:txBody>
            <a:bodyPr/>
            <a:lstStyle/>
            <a:p>
              <a:endParaRPr lang="en-US"/>
            </a:p>
          </p:txBody>
        </p:sp>
        <p:sp>
          <p:nvSpPr>
            <p:cNvPr id="7" name="AutoShape 7"/>
            <p:cNvSpPr/>
            <p:nvPr/>
          </p:nvSpPr>
          <p:spPr>
            <a:xfrm>
              <a:off x="0" y="13863"/>
              <a:ext cx="292033" cy="279524"/>
            </a:xfrm>
            <a:prstGeom prst="rect">
              <a:avLst/>
            </a:prstGeom>
            <a:grpFill/>
          </p:spPr>
          <p:txBody>
            <a:bodyPr/>
            <a:lstStyle/>
            <a:p>
              <a:endParaRPr lang="en-US"/>
            </a:p>
          </p:txBody>
        </p:sp>
        <p:sp>
          <p:nvSpPr>
            <p:cNvPr id="8" name="AutoShape 8"/>
            <p:cNvSpPr/>
            <p:nvPr/>
          </p:nvSpPr>
          <p:spPr>
            <a:xfrm>
              <a:off x="7770499" y="0"/>
              <a:ext cx="292033" cy="279524"/>
            </a:xfrm>
            <a:prstGeom prst="rect">
              <a:avLst/>
            </a:prstGeom>
            <a:grpFill/>
          </p:spPr>
          <p:txBody>
            <a:bodyPr/>
            <a:lstStyle/>
            <a:p>
              <a:endParaRPr lang="en-US"/>
            </a:p>
          </p:txBody>
        </p:sp>
        <p:sp>
          <p:nvSpPr>
            <p:cNvPr id="9" name="AutoShape 9"/>
            <p:cNvSpPr/>
            <p:nvPr/>
          </p:nvSpPr>
          <p:spPr>
            <a:xfrm>
              <a:off x="15540998" y="0"/>
              <a:ext cx="292033" cy="279524"/>
            </a:xfrm>
            <a:prstGeom prst="rect">
              <a:avLst/>
            </a:prstGeom>
            <a:grpFill/>
          </p:spPr>
          <p:txBody>
            <a:bodyPr/>
            <a:lstStyle/>
            <a:p>
              <a:endParaRPr lang="en-US"/>
            </a:p>
          </p:txBody>
        </p:sp>
      </p:grpSp>
      <p:sp>
        <p:nvSpPr>
          <p:cNvPr id="12" name="AutoShape 2">
            <a:extLst>
              <a:ext uri="{FF2B5EF4-FFF2-40B4-BE49-F238E27FC236}">
                <a16:creationId xmlns:a16="http://schemas.microsoft.com/office/drawing/2014/main" id="{54B605DE-63C5-4B19-89D4-FD69EFF21B44}"/>
              </a:ext>
            </a:extLst>
          </p:cNvPr>
          <p:cNvSpPr/>
          <p:nvPr/>
        </p:nvSpPr>
        <p:spPr>
          <a:xfrm>
            <a:off x="0" y="7886700"/>
            <a:ext cx="18288000" cy="1621070"/>
          </a:xfrm>
          <a:prstGeom prst="rect">
            <a:avLst/>
          </a:prstGeom>
          <a:solidFill>
            <a:srgbClr val="00667A"/>
          </a:solidFill>
        </p:spPr>
        <p:txBody>
          <a:bodyPr/>
          <a:lstStyle/>
          <a:p>
            <a:endParaRPr lang="en-AU"/>
          </a:p>
        </p:txBody>
      </p:sp>
      <p:sp>
        <p:nvSpPr>
          <p:cNvPr id="17" name="TextBox 4">
            <a:extLst>
              <a:ext uri="{FF2B5EF4-FFF2-40B4-BE49-F238E27FC236}">
                <a16:creationId xmlns:a16="http://schemas.microsoft.com/office/drawing/2014/main" id="{EAC90A64-36BA-4EF5-BA95-DA478EAEA9E6}"/>
              </a:ext>
            </a:extLst>
          </p:cNvPr>
          <p:cNvSpPr txBox="1"/>
          <p:nvPr/>
        </p:nvSpPr>
        <p:spPr>
          <a:xfrm>
            <a:off x="1028700" y="1676834"/>
            <a:ext cx="12687300" cy="2250103"/>
          </a:xfrm>
          <a:prstGeom prst="rect">
            <a:avLst/>
          </a:prstGeom>
        </p:spPr>
        <p:txBody>
          <a:bodyPr wrap="square" lIns="0" tIns="0" rIns="0" bIns="0" rtlCol="0" anchor="t">
            <a:spAutoFit/>
          </a:bodyPr>
          <a:lstStyle/>
          <a:p>
            <a:pPr>
              <a:lnSpc>
                <a:spcPct val="114000"/>
              </a:lnSpc>
              <a:spcBef>
                <a:spcPts val="600"/>
              </a:spcBef>
              <a:spcAft>
                <a:spcPts val="600"/>
              </a:spcAft>
            </a:pPr>
            <a:r>
              <a:rPr lang="en-US" sz="3200" b="1" spc="25" dirty="0">
                <a:solidFill>
                  <a:srgbClr val="00667A"/>
                </a:solidFill>
                <a:latin typeface="Arial" panose="020B0604020202020204" pitchFamily="34" charset="0"/>
                <a:cs typeface="Arial" panose="020B0604020202020204" pitchFamily="34" charset="0"/>
              </a:rPr>
              <a:t>UTILISING CORRECTIVE ACTION REQUESTS</a:t>
            </a:r>
          </a:p>
          <a:p>
            <a:pPr>
              <a:lnSpc>
                <a:spcPct val="114000"/>
              </a:lnSpc>
              <a:spcBef>
                <a:spcPts val="600"/>
              </a:spcBef>
              <a:spcAft>
                <a:spcPts val="600"/>
              </a:spcAft>
            </a:pPr>
            <a:r>
              <a:rPr lang="en-US" sz="3000" spc="25" dirty="0">
                <a:solidFill>
                  <a:srgbClr val="00667A"/>
                </a:solidFill>
                <a:latin typeface="Arial" panose="020B0604020202020204" pitchFamily="34" charset="0"/>
                <a:cs typeface="Arial" panose="020B0604020202020204" pitchFamily="34" charset="0"/>
              </a:rPr>
              <a:t>Corrective action requests can be used to determine the frequency of quality breakdowns and whether or not defects are isolated or require a further analysis and corrective actions.  </a:t>
            </a:r>
          </a:p>
        </p:txBody>
      </p:sp>
      <p:sp>
        <p:nvSpPr>
          <p:cNvPr id="14" name="Slide Number Placeholder 10">
            <a:extLst>
              <a:ext uri="{FF2B5EF4-FFF2-40B4-BE49-F238E27FC236}">
                <a16:creationId xmlns:a16="http://schemas.microsoft.com/office/drawing/2014/main" id="{5BC0C534-ADAF-D84D-81C8-2A1D2405EFB8}"/>
              </a:ext>
            </a:extLst>
          </p:cNvPr>
          <p:cNvSpPr txBox="1">
            <a:spLocks/>
          </p:cNvSpPr>
          <p:nvPr/>
        </p:nvSpPr>
        <p:spPr>
          <a:xfrm>
            <a:off x="17526000" y="164563"/>
            <a:ext cx="478452" cy="347857"/>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6F15528-21DE-4FAA-801E-634DDDAF4B2B}" type="slidenum">
              <a:rPr lang="en-US" b="1" smtClean="0">
                <a:solidFill>
                  <a:srgbClr val="31859C"/>
                </a:solidFill>
                <a:latin typeface="Arial" panose="020B0604020202020204" pitchFamily="34" charset="0"/>
                <a:cs typeface="Arial" panose="020B0604020202020204" pitchFamily="34" charset="0"/>
              </a:rPr>
              <a:pPr/>
              <a:t>49</a:t>
            </a:fld>
            <a:endParaRPr lang="en-US" b="1" dirty="0">
              <a:solidFill>
                <a:srgbClr val="31859C"/>
              </a:solidFill>
              <a:latin typeface="Arial" panose="020B0604020202020204" pitchFamily="34" charset="0"/>
              <a:cs typeface="Arial" panose="020B0604020202020204" pitchFamily="34" charset="0"/>
            </a:endParaRPr>
          </a:p>
        </p:txBody>
      </p:sp>
      <p:sp>
        <p:nvSpPr>
          <p:cNvPr id="16" name="Footer Placeholder 9">
            <a:extLst>
              <a:ext uri="{FF2B5EF4-FFF2-40B4-BE49-F238E27FC236}">
                <a16:creationId xmlns:a16="http://schemas.microsoft.com/office/drawing/2014/main" id="{91238751-4B41-A64D-9256-38165806A582}"/>
              </a:ext>
            </a:extLst>
          </p:cNvPr>
          <p:cNvSpPr txBox="1">
            <a:spLocks/>
          </p:cNvSpPr>
          <p:nvPr/>
        </p:nvSpPr>
        <p:spPr>
          <a:xfrm>
            <a:off x="15163800" y="9715499"/>
            <a:ext cx="2895600"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endParaRPr lang="en-US" dirty="0">
              <a:solidFill>
                <a:srgbClr val="00667A"/>
              </a:solidFill>
              <a:latin typeface="Arial" panose="020B0604020202020204" pitchFamily="34" charset="0"/>
              <a:cs typeface="Arial" panose="020B0604020202020204" pitchFamily="34" charset="0"/>
            </a:endParaRPr>
          </a:p>
        </p:txBody>
      </p:sp>
      <p:sp>
        <p:nvSpPr>
          <p:cNvPr id="15" name="Footer Placeholder 9">
            <a:extLst>
              <a:ext uri="{FF2B5EF4-FFF2-40B4-BE49-F238E27FC236}">
                <a16:creationId xmlns:a16="http://schemas.microsoft.com/office/drawing/2014/main" id="{976232BB-FC90-084A-A77F-98BBE7BA4C6D}"/>
              </a:ext>
            </a:extLst>
          </p:cNvPr>
          <p:cNvSpPr>
            <a:spLocks noGrp="1"/>
          </p:cNvSpPr>
          <p:nvPr>
            <p:ph type="ftr" sz="quarter" idx="11"/>
          </p:nvPr>
        </p:nvSpPr>
        <p:spPr>
          <a:xfrm>
            <a:off x="533400" y="9715499"/>
            <a:ext cx="6019800" cy="442894"/>
          </a:xfrm>
        </p:spPr>
        <p:txBody>
          <a:bodyPr/>
          <a:lstStyle/>
          <a:p>
            <a:pPr algn="l"/>
            <a:r>
              <a:rPr lang="en-US" b="1" dirty="0">
                <a:solidFill>
                  <a:srgbClr val="00667A"/>
                </a:solidFill>
                <a:latin typeface="Arial" panose="020B0604020202020204" pitchFamily="34" charset="0"/>
                <a:cs typeface="Arial" panose="020B0604020202020204" pitchFamily="34" charset="0"/>
              </a:rPr>
              <a:t>ICTSAD507 </a:t>
            </a:r>
            <a:r>
              <a:rPr lang="en-US" dirty="0">
                <a:solidFill>
                  <a:srgbClr val="00667A"/>
                </a:solidFill>
                <a:latin typeface="Arial" panose="020B0604020202020204" pitchFamily="34" charset="0"/>
                <a:cs typeface="Arial" panose="020B0604020202020204" pitchFamily="34" charset="0"/>
              </a:rPr>
              <a:t>Design and implement quality assurance processes for business solutions </a:t>
            </a:r>
          </a:p>
        </p:txBody>
      </p:sp>
      <p:sp>
        <p:nvSpPr>
          <p:cNvPr id="18" name="TextBox 3">
            <a:extLst>
              <a:ext uri="{FF2B5EF4-FFF2-40B4-BE49-F238E27FC236}">
                <a16:creationId xmlns:a16="http://schemas.microsoft.com/office/drawing/2014/main" id="{3F271B03-9BE3-614B-BFC7-B7CCF4234146}"/>
              </a:ext>
            </a:extLst>
          </p:cNvPr>
          <p:cNvSpPr txBox="1"/>
          <p:nvPr/>
        </p:nvSpPr>
        <p:spPr>
          <a:xfrm>
            <a:off x="990600" y="8337587"/>
            <a:ext cx="16745495" cy="692113"/>
          </a:xfrm>
          <a:prstGeom prst="rect">
            <a:avLst/>
          </a:prstGeom>
        </p:spPr>
        <p:txBody>
          <a:bodyPr wrap="square" lIns="0" tIns="0" rIns="0" bIns="0" rtlCol="0" anchor="t">
            <a:spAutoFit/>
          </a:bodyPr>
          <a:lstStyle/>
          <a:p>
            <a:pPr algn="r">
              <a:lnSpc>
                <a:spcPts val="5759"/>
              </a:lnSpc>
            </a:pPr>
            <a:r>
              <a:rPr lang="en-US" sz="4600" spc="192" dirty="0">
                <a:solidFill>
                  <a:schemeClr val="bg1"/>
                </a:solidFill>
                <a:latin typeface="Arial" panose="020B0604020202020204" pitchFamily="34" charset="0"/>
                <a:cs typeface="Arial" panose="020B0604020202020204" pitchFamily="34" charset="0"/>
              </a:rPr>
              <a:t>Topic 4: Improve quality</a:t>
            </a:r>
          </a:p>
        </p:txBody>
      </p:sp>
    </p:spTree>
    <p:extLst>
      <p:ext uri="{BB962C8B-B14F-4D97-AF65-F5344CB8AC3E}">
        <p14:creationId xmlns:p14="http://schemas.microsoft.com/office/powerpoint/2010/main" val="1449018076"/>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 name="TextBox 3"/>
          <p:cNvSpPr txBox="1"/>
          <p:nvPr/>
        </p:nvSpPr>
        <p:spPr>
          <a:xfrm>
            <a:off x="5603551" y="8746411"/>
            <a:ext cx="11716295" cy="717197"/>
          </a:xfrm>
          <a:prstGeom prst="rect">
            <a:avLst/>
          </a:prstGeom>
        </p:spPr>
        <p:txBody>
          <a:bodyPr lIns="0" tIns="0" rIns="0" bIns="0" rtlCol="0" anchor="t">
            <a:spAutoFit/>
          </a:bodyPr>
          <a:lstStyle/>
          <a:p>
            <a:pPr algn="r">
              <a:lnSpc>
                <a:spcPts val="5759"/>
              </a:lnSpc>
            </a:pPr>
            <a:r>
              <a:rPr lang="en-US" sz="4800" spc="192" dirty="0">
                <a:solidFill>
                  <a:srgbClr val="F4F8F3"/>
                </a:solidFill>
                <a:latin typeface="Montserrat Light"/>
              </a:rPr>
              <a:t>Topic 1: Insert topic title </a:t>
            </a:r>
          </a:p>
        </p:txBody>
      </p:sp>
      <p:grpSp>
        <p:nvGrpSpPr>
          <p:cNvPr id="5" name="Group 5"/>
          <p:cNvGrpSpPr/>
          <p:nvPr/>
        </p:nvGrpSpPr>
        <p:grpSpPr>
          <a:xfrm>
            <a:off x="1028700" y="446788"/>
            <a:ext cx="17244000" cy="220040"/>
            <a:chOff x="0" y="0"/>
            <a:chExt cx="23454501" cy="293386"/>
          </a:xfrm>
          <a:solidFill>
            <a:srgbClr val="00667A"/>
          </a:solidFill>
        </p:grpSpPr>
        <p:sp>
          <p:nvSpPr>
            <p:cNvPr id="6" name="AutoShape 6"/>
            <p:cNvSpPr/>
            <p:nvPr/>
          </p:nvSpPr>
          <p:spPr>
            <a:xfrm>
              <a:off x="0" y="125899"/>
              <a:ext cx="23454501" cy="27726"/>
            </a:xfrm>
            <a:prstGeom prst="rect">
              <a:avLst/>
            </a:prstGeom>
            <a:grpFill/>
          </p:spPr>
          <p:txBody>
            <a:bodyPr/>
            <a:lstStyle/>
            <a:p>
              <a:endParaRPr lang="en-US"/>
            </a:p>
          </p:txBody>
        </p:sp>
        <p:sp>
          <p:nvSpPr>
            <p:cNvPr id="7" name="AutoShape 7"/>
            <p:cNvSpPr/>
            <p:nvPr/>
          </p:nvSpPr>
          <p:spPr>
            <a:xfrm>
              <a:off x="0" y="13863"/>
              <a:ext cx="292033" cy="279524"/>
            </a:xfrm>
            <a:prstGeom prst="rect">
              <a:avLst/>
            </a:prstGeom>
            <a:grpFill/>
          </p:spPr>
          <p:txBody>
            <a:bodyPr/>
            <a:lstStyle/>
            <a:p>
              <a:endParaRPr lang="en-US"/>
            </a:p>
          </p:txBody>
        </p:sp>
        <p:sp>
          <p:nvSpPr>
            <p:cNvPr id="8" name="AutoShape 8"/>
            <p:cNvSpPr/>
            <p:nvPr/>
          </p:nvSpPr>
          <p:spPr>
            <a:xfrm>
              <a:off x="7770499" y="0"/>
              <a:ext cx="292033" cy="279524"/>
            </a:xfrm>
            <a:prstGeom prst="rect">
              <a:avLst/>
            </a:prstGeom>
            <a:grpFill/>
          </p:spPr>
          <p:txBody>
            <a:bodyPr/>
            <a:lstStyle/>
            <a:p>
              <a:endParaRPr lang="en-US"/>
            </a:p>
          </p:txBody>
        </p:sp>
        <p:sp>
          <p:nvSpPr>
            <p:cNvPr id="9" name="AutoShape 9"/>
            <p:cNvSpPr/>
            <p:nvPr/>
          </p:nvSpPr>
          <p:spPr>
            <a:xfrm>
              <a:off x="15540998" y="0"/>
              <a:ext cx="292033" cy="279524"/>
            </a:xfrm>
            <a:prstGeom prst="rect">
              <a:avLst/>
            </a:prstGeom>
            <a:grpFill/>
          </p:spPr>
          <p:txBody>
            <a:bodyPr/>
            <a:lstStyle/>
            <a:p>
              <a:endParaRPr lang="en-US"/>
            </a:p>
          </p:txBody>
        </p:sp>
      </p:grpSp>
      <p:sp>
        <p:nvSpPr>
          <p:cNvPr id="12" name="AutoShape 2">
            <a:extLst>
              <a:ext uri="{FF2B5EF4-FFF2-40B4-BE49-F238E27FC236}">
                <a16:creationId xmlns:a16="http://schemas.microsoft.com/office/drawing/2014/main" id="{54B605DE-63C5-4B19-89D4-FD69EFF21B44}"/>
              </a:ext>
            </a:extLst>
          </p:cNvPr>
          <p:cNvSpPr/>
          <p:nvPr/>
        </p:nvSpPr>
        <p:spPr>
          <a:xfrm>
            <a:off x="0" y="7886700"/>
            <a:ext cx="18288000" cy="1621070"/>
          </a:xfrm>
          <a:prstGeom prst="rect">
            <a:avLst/>
          </a:prstGeom>
          <a:solidFill>
            <a:srgbClr val="00667A"/>
          </a:solidFill>
        </p:spPr>
        <p:txBody>
          <a:bodyPr/>
          <a:lstStyle/>
          <a:p>
            <a:endParaRPr lang="en-AU"/>
          </a:p>
        </p:txBody>
      </p:sp>
      <p:sp>
        <p:nvSpPr>
          <p:cNvPr id="17" name="TextBox 4">
            <a:extLst>
              <a:ext uri="{FF2B5EF4-FFF2-40B4-BE49-F238E27FC236}">
                <a16:creationId xmlns:a16="http://schemas.microsoft.com/office/drawing/2014/main" id="{EAC90A64-36BA-4EF5-BA95-DA478EAEA9E6}"/>
              </a:ext>
            </a:extLst>
          </p:cNvPr>
          <p:cNvSpPr txBox="1"/>
          <p:nvPr/>
        </p:nvSpPr>
        <p:spPr>
          <a:xfrm>
            <a:off x="1028700" y="1676834"/>
            <a:ext cx="12687300" cy="2250103"/>
          </a:xfrm>
          <a:prstGeom prst="rect">
            <a:avLst/>
          </a:prstGeom>
        </p:spPr>
        <p:txBody>
          <a:bodyPr wrap="square" lIns="0" tIns="0" rIns="0" bIns="0" rtlCol="0" anchor="t">
            <a:spAutoFit/>
          </a:bodyPr>
          <a:lstStyle/>
          <a:p>
            <a:pPr>
              <a:lnSpc>
                <a:spcPct val="114000"/>
              </a:lnSpc>
              <a:spcBef>
                <a:spcPts val="600"/>
              </a:spcBef>
              <a:spcAft>
                <a:spcPts val="600"/>
              </a:spcAft>
            </a:pPr>
            <a:r>
              <a:rPr lang="en-US" sz="3200" b="1" spc="25" dirty="0">
                <a:solidFill>
                  <a:srgbClr val="00667A"/>
                </a:solidFill>
                <a:latin typeface="Arial" panose="020B0604020202020204" pitchFamily="34" charset="0"/>
                <a:cs typeface="Arial" panose="020B0604020202020204" pitchFamily="34" charset="0"/>
              </a:rPr>
              <a:t>CORRECTIVE ACTION SOLUTIONS </a:t>
            </a:r>
          </a:p>
          <a:p>
            <a:pPr>
              <a:lnSpc>
                <a:spcPct val="114000"/>
              </a:lnSpc>
              <a:spcBef>
                <a:spcPts val="600"/>
              </a:spcBef>
              <a:spcAft>
                <a:spcPts val="600"/>
              </a:spcAft>
            </a:pPr>
            <a:r>
              <a:rPr lang="en-US" sz="3000" spc="25" dirty="0">
                <a:solidFill>
                  <a:srgbClr val="00667A"/>
                </a:solidFill>
                <a:latin typeface="Arial" panose="020B0604020202020204" pitchFamily="34" charset="0"/>
                <a:cs typeface="Arial" panose="020B0604020202020204" pitchFamily="34" charset="0"/>
              </a:rPr>
              <a:t>The next step in corrective action would be to implement any solutions – this could be to prevent the issue occurring again or solving and containing the issue.</a:t>
            </a:r>
          </a:p>
        </p:txBody>
      </p:sp>
      <p:sp>
        <p:nvSpPr>
          <p:cNvPr id="14" name="Slide Number Placeholder 10">
            <a:extLst>
              <a:ext uri="{FF2B5EF4-FFF2-40B4-BE49-F238E27FC236}">
                <a16:creationId xmlns:a16="http://schemas.microsoft.com/office/drawing/2014/main" id="{5BC0C534-ADAF-D84D-81C8-2A1D2405EFB8}"/>
              </a:ext>
            </a:extLst>
          </p:cNvPr>
          <p:cNvSpPr txBox="1">
            <a:spLocks/>
          </p:cNvSpPr>
          <p:nvPr/>
        </p:nvSpPr>
        <p:spPr>
          <a:xfrm>
            <a:off x="17526000" y="164563"/>
            <a:ext cx="478452" cy="347857"/>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6F15528-21DE-4FAA-801E-634DDDAF4B2B}" type="slidenum">
              <a:rPr lang="en-US" b="1" smtClean="0">
                <a:solidFill>
                  <a:srgbClr val="31859C"/>
                </a:solidFill>
                <a:latin typeface="Arial" panose="020B0604020202020204" pitchFamily="34" charset="0"/>
                <a:cs typeface="Arial" panose="020B0604020202020204" pitchFamily="34" charset="0"/>
              </a:rPr>
              <a:pPr/>
              <a:t>50</a:t>
            </a:fld>
            <a:endParaRPr lang="en-US" b="1" dirty="0">
              <a:solidFill>
                <a:srgbClr val="31859C"/>
              </a:solidFill>
              <a:latin typeface="Arial" panose="020B0604020202020204" pitchFamily="34" charset="0"/>
              <a:cs typeface="Arial" panose="020B0604020202020204" pitchFamily="34" charset="0"/>
            </a:endParaRPr>
          </a:p>
        </p:txBody>
      </p:sp>
      <p:sp>
        <p:nvSpPr>
          <p:cNvPr id="16" name="Footer Placeholder 9">
            <a:extLst>
              <a:ext uri="{FF2B5EF4-FFF2-40B4-BE49-F238E27FC236}">
                <a16:creationId xmlns:a16="http://schemas.microsoft.com/office/drawing/2014/main" id="{91238751-4B41-A64D-9256-38165806A582}"/>
              </a:ext>
            </a:extLst>
          </p:cNvPr>
          <p:cNvSpPr txBox="1">
            <a:spLocks/>
          </p:cNvSpPr>
          <p:nvPr/>
        </p:nvSpPr>
        <p:spPr>
          <a:xfrm>
            <a:off x="15163800" y="9715499"/>
            <a:ext cx="2895600"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endParaRPr lang="en-US" dirty="0">
              <a:solidFill>
                <a:srgbClr val="00667A"/>
              </a:solidFill>
              <a:latin typeface="Arial" panose="020B0604020202020204" pitchFamily="34" charset="0"/>
              <a:cs typeface="Arial" panose="020B0604020202020204" pitchFamily="34" charset="0"/>
            </a:endParaRPr>
          </a:p>
        </p:txBody>
      </p:sp>
      <p:sp>
        <p:nvSpPr>
          <p:cNvPr id="15" name="Footer Placeholder 9">
            <a:extLst>
              <a:ext uri="{FF2B5EF4-FFF2-40B4-BE49-F238E27FC236}">
                <a16:creationId xmlns:a16="http://schemas.microsoft.com/office/drawing/2014/main" id="{976232BB-FC90-084A-A77F-98BBE7BA4C6D}"/>
              </a:ext>
            </a:extLst>
          </p:cNvPr>
          <p:cNvSpPr>
            <a:spLocks noGrp="1"/>
          </p:cNvSpPr>
          <p:nvPr>
            <p:ph type="ftr" sz="quarter" idx="11"/>
          </p:nvPr>
        </p:nvSpPr>
        <p:spPr>
          <a:xfrm>
            <a:off x="533400" y="9715499"/>
            <a:ext cx="6019800" cy="442894"/>
          </a:xfrm>
        </p:spPr>
        <p:txBody>
          <a:bodyPr/>
          <a:lstStyle/>
          <a:p>
            <a:pPr algn="l"/>
            <a:r>
              <a:rPr lang="en-US" b="1" dirty="0">
                <a:solidFill>
                  <a:srgbClr val="00667A"/>
                </a:solidFill>
                <a:latin typeface="Arial" panose="020B0604020202020204" pitchFamily="34" charset="0"/>
                <a:cs typeface="Arial" panose="020B0604020202020204" pitchFamily="34" charset="0"/>
              </a:rPr>
              <a:t>ICTSAD507 </a:t>
            </a:r>
            <a:r>
              <a:rPr lang="en-US" dirty="0">
                <a:solidFill>
                  <a:srgbClr val="00667A"/>
                </a:solidFill>
                <a:latin typeface="Arial" panose="020B0604020202020204" pitchFamily="34" charset="0"/>
                <a:cs typeface="Arial" panose="020B0604020202020204" pitchFamily="34" charset="0"/>
              </a:rPr>
              <a:t>Design and implement quality assurance processes for business solutions </a:t>
            </a:r>
          </a:p>
        </p:txBody>
      </p:sp>
      <p:sp>
        <p:nvSpPr>
          <p:cNvPr id="18" name="TextBox 3">
            <a:extLst>
              <a:ext uri="{FF2B5EF4-FFF2-40B4-BE49-F238E27FC236}">
                <a16:creationId xmlns:a16="http://schemas.microsoft.com/office/drawing/2014/main" id="{3F271B03-9BE3-614B-BFC7-B7CCF4234146}"/>
              </a:ext>
            </a:extLst>
          </p:cNvPr>
          <p:cNvSpPr txBox="1"/>
          <p:nvPr/>
        </p:nvSpPr>
        <p:spPr>
          <a:xfrm>
            <a:off x="990600" y="8337587"/>
            <a:ext cx="16745495" cy="692113"/>
          </a:xfrm>
          <a:prstGeom prst="rect">
            <a:avLst/>
          </a:prstGeom>
        </p:spPr>
        <p:txBody>
          <a:bodyPr wrap="square" lIns="0" tIns="0" rIns="0" bIns="0" rtlCol="0" anchor="t">
            <a:spAutoFit/>
          </a:bodyPr>
          <a:lstStyle/>
          <a:p>
            <a:pPr algn="r">
              <a:lnSpc>
                <a:spcPts val="5759"/>
              </a:lnSpc>
            </a:pPr>
            <a:r>
              <a:rPr lang="en-US" sz="4600" spc="192" dirty="0">
                <a:solidFill>
                  <a:schemeClr val="bg1"/>
                </a:solidFill>
                <a:latin typeface="Arial" panose="020B0604020202020204" pitchFamily="34" charset="0"/>
                <a:cs typeface="Arial" panose="020B0604020202020204" pitchFamily="34" charset="0"/>
              </a:rPr>
              <a:t>Topic 4: Improve quality</a:t>
            </a:r>
          </a:p>
        </p:txBody>
      </p:sp>
    </p:spTree>
    <p:extLst>
      <p:ext uri="{BB962C8B-B14F-4D97-AF65-F5344CB8AC3E}">
        <p14:creationId xmlns:p14="http://schemas.microsoft.com/office/powerpoint/2010/main" val="680938644"/>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 name="TextBox 3"/>
          <p:cNvSpPr txBox="1"/>
          <p:nvPr/>
        </p:nvSpPr>
        <p:spPr>
          <a:xfrm>
            <a:off x="5603551" y="8746411"/>
            <a:ext cx="11716295" cy="717197"/>
          </a:xfrm>
          <a:prstGeom prst="rect">
            <a:avLst/>
          </a:prstGeom>
        </p:spPr>
        <p:txBody>
          <a:bodyPr lIns="0" tIns="0" rIns="0" bIns="0" rtlCol="0" anchor="t">
            <a:spAutoFit/>
          </a:bodyPr>
          <a:lstStyle/>
          <a:p>
            <a:pPr algn="r">
              <a:lnSpc>
                <a:spcPts val="5759"/>
              </a:lnSpc>
            </a:pPr>
            <a:r>
              <a:rPr lang="en-US" sz="4800" spc="192" dirty="0">
                <a:solidFill>
                  <a:srgbClr val="F4F8F3"/>
                </a:solidFill>
                <a:latin typeface="Montserrat Light"/>
              </a:rPr>
              <a:t>Topic 1: Insert topic title </a:t>
            </a:r>
          </a:p>
        </p:txBody>
      </p:sp>
      <p:grpSp>
        <p:nvGrpSpPr>
          <p:cNvPr id="5" name="Group 5"/>
          <p:cNvGrpSpPr/>
          <p:nvPr/>
        </p:nvGrpSpPr>
        <p:grpSpPr>
          <a:xfrm>
            <a:off x="1028700" y="446788"/>
            <a:ext cx="17244000" cy="220040"/>
            <a:chOff x="0" y="0"/>
            <a:chExt cx="23454501" cy="293386"/>
          </a:xfrm>
          <a:solidFill>
            <a:srgbClr val="00667A"/>
          </a:solidFill>
        </p:grpSpPr>
        <p:sp>
          <p:nvSpPr>
            <p:cNvPr id="6" name="AutoShape 6"/>
            <p:cNvSpPr/>
            <p:nvPr/>
          </p:nvSpPr>
          <p:spPr>
            <a:xfrm>
              <a:off x="0" y="125899"/>
              <a:ext cx="23454501" cy="27726"/>
            </a:xfrm>
            <a:prstGeom prst="rect">
              <a:avLst/>
            </a:prstGeom>
            <a:grpFill/>
          </p:spPr>
          <p:txBody>
            <a:bodyPr/>
            <a:lstStyle/>
            <a:p>
              <a:endParaRPr lang="en-US"/>
            </a:p>
          </p:txBody>
        </p:sp>
        <p:sp>
          <p:nvSpPr>
            <p:cNvPr id="7" name="AutoShape 7"/>
            <p:cNvSpPr/>
            <p:nvPr/>
          </p:nvSpPr>
          <p:spPr>
            <a:xfrm>
              <a:off x="0" y="13863"/>
              <a:ext cx="292033" cy="279524"/>
            </a:xfrm>
            <a:prstGeom prst="rect">
              <a:avLst/>
            </a:prstGeom>
            <a:grpFill/>
          </p:spPr>
          <p:txBody>
            <a:bodyPr/>
            <a:lstStyle/>
            <a:p>
              <a:endParaRPr lang="en-US"/>
            </a:p>
          </p:txBody>
        </p:sp>
        <p:sp>
          <p:nvSpPr>
            <p:cNvPr id="8" name="AutoShape 8"/>
            <p:cNvSpPr/>
            <p:nvPr/>
          </p:nvSpPr>
          <p:spPr>
            <a:xfrm>
              <a:off x="7770499" y="0"/>
              <a:ext cx="292033" cy="279524"/>
            </a:xfrm>
            <a:prstGeom prst="rect">
              <a:avLst/>
            </a:prstGeom>
            <a:grpFill/>
          </p:spPr>
          <p:txBody>
            <a:bodyPr/>
            <a:lstStyle/>
            <a:p>
              <a:endParaRPr lang="en-US"/>
            </a:p>
          </p:txBody>
        </p:sp>
        <p:sp>
          <p:nvSpPr>
            <p:cNvPr id="9" name="AutoShape 9"/>
            <p:cNvSpPr/>
            <p:nvPr/>
          </p:nvSpPr>
          <p:spPr>
            <a:xfrm>
              <a:off x="15540998" y="0"/>
              <a:ext cx="292033" cy="279524"/>
            </a:xfrm>
            <a:prstGeom prst="rect">
              <a:avLst/>
            </a:prstGeom>
            <a:grpFill/>
          </p:spPr>
          <p:txBody>
            <a:bodyPr/>
            <a:lstStyle/>
            <a:p>
              <a:endParaRPr lang="en-US"/>
            </a:p>
          </p:txBody>
        </p:sp>
      </p:grpSp>
      <p:sp>
        <p:nvSpPr>
          <p:cNvPr id="12" name="AutoShape 2">
            <a:extLst>
              <a:ext uri="{FF2B5EF4-FFF2-40B4-BE49-F238E27FC236}">
                <a16:creationId xmlns:a16="http://schemas.microsoft.com/office/drawing/2014/main" id="{54B605DE-63C5-4B19-89D4-FD69EFF21B44}"/>
              </a:ext>
            </a:extLst>
          </p:cNvPr>
          <p:cNvSpPr/>
          <p:nvPr/>
        </p:nvSpPr>
        <p:spPr>
          <a:xfrm>
            <a:off x="0" y="7886700"/>
            <a:ext cx="18288000" cy="1621070"/>
          </a:xfrm>
          <a:prstGeom prst="rect">
            <a:avLst/>
          </a:prstGeom>
          <a:solidFill>
            <a:srgbClr val="00667A"/>
          </a:solidFill>
        </p:spPr>
        <p:txBody>
          <a:bodyPr/>
          <a:lstStyle/>
          <a:p>
            <a:endParaRPr lang="en-AU"/>
          </a:p>
        </p:txBody>
      </p:sp>
      <p:sp>
        <p:nvSpPr>
          <p:cNvPr id="17" name="TextBox 4">
            <a:extLst>
              <a:ext uri="{FF2B5EF4-FFF2-40B4-BE49-F238E27FC236}">
                <a16:creationId xmlns:a16="http://schemas.microsoft.com/office/drawing/2014/main" id="{EAC90A64-36BA-4EF5-BA95-DA478EAEA9E6}"/>
              </a:ext>
            </a:extLst>
          </p:cNvPr>
          <p:cNvSpPr txBox="1"/>
          <p:nvPr/>
        </p:nvSpPr>
        <p:spPr>
          <a:xfrm>
            <a:off x="1028700" y="1676834"/>
            <a:ext cx="12687300" cy="1723805"/>
          </a:xfrm>
          <a:prstGeom prst="rect">
            <a:avLst/>
          </a:prstGeom>
        </p:spPr>
        <p:txBody>
          <a:bodyPr wrap="square" lIns="0" tIns="0" rIns="0" bIns="0" rtlCol="0" anchor="t">
            <a:spAutoFit/>
          </a:bodyPr>
          <a:lstStyle/>
          <a:p>
            <a:pPr>
              <a:lnSpc>
                <a:spcPct val="114000"/>
              </a:lnSpc>
              <a:spcBef>
                <a:spcPts val="600"/>
              </a:spcBef>
              <a:spcAft>
                <a:spcPts val="600"/>
              </a:spcAft>
            </a:pPr>
            <a:r>
              <a:rPr lang="en-US" sz="3200" b="1" spc="25" dirty="0">
                <a:solidFill>
                  <a:srgbClr val="00667A"/>
                </a:solidFill>
                <a:latin typeface="Arial" panose="020B0604020202020204" pitchFamily="34" charset="0"/>
                <a:cs typeface="Arial" panose="020B0604020202020204" pitchFamily="34" charset="0"/>
              </a:rPr>
              <a:t>REVIEWING </a:t>
            </a:r>
          </a:p>
          <a:p>
            <a:pPr>
              <a:lnSpc>
                <a:spcPct val="114000"/>
              </a:lnSpc>
              <a:spcBef>
                <a:spcPts val="600"/>
              </a:spcBef>
              <a:spcAft>
                <a:spcPts val="600"/>
              </a:spcAft>
            </a:pPr>
            <a:r>
              <a:rPr lang="en-US" sz="3000" spc="25" dirty="0">
                <a:solidFill>
                  <a:srgbClr val="00667A"/>
                </a:solidFill>
                <a:latin typeface="Arial" panose="020B0604020202020204" pitchFamily="34" charset="0"/>
                <a:cs typeface="Arial" panose="020B0604020202020204" pitchFamily="34" charset="0"/>
              </a:rPr>
              <a:t>In order to monitor and evaluate the effectiveness of quality management processes and procedures, it should be continually reviewed.</a:t>
            </a:r>
          </a:p>
        </p:txBody>
      </p:sp>
      <p:sp>
        <p:nvSpPr>
          <p:cNvPr id="14" name="Slide Number Placeholder 10">
            <a:extLst>
              <a:ext uri="{FF2B5EF4-FFF2-40B4-BE49-F238E27FC236}">
                <a16:creationId xmlns:a16="http://schemas.microsoft.com/office/drawing/2014/main" id="{5BC0C534-ADAF-D84D-81C8-2A1D2405EFB8}"/>
              </a:ext>
            </a:extLst>
          </p:cNvPr>
          <p:cNvSpPr txBox="1">
            <a:spLocks/>
          </p:cNvSpPr>
          <p:nvPr/>
        </p:nvSpPr>
        <p:spPr>
          <a:xfrm>
            <a:off x="17526000" y="164563"/>
            <a:ext cx="478452" cy="347857"/>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6F15528-21DE-4FAA-801E-634DDDAF4B2B}" type="slidenum">
              <a:rPr lang="en-US" b="1" smtClean="0">
                <a:solidFill>
                  <a:srgbClr val="31859C"/>
                </a:solidFill>
                <a:latin typeface="Arial" panose="020B0604020202020204" pitchFamily="34" charset="0"/>
                <a:cs typeface="Arial" panose="020B0604020202020204" pitchFamily="34" charset="0"/>
              </a:rPr>
              <a:pPr/>
              <a:t>51</a:t>
            </a:fld>
            <a:endParaRPr lang="en-US" b="1" dirty="0">
              <a:solidFill>
                <a:srgbClr val="31859C"/>
              </a:solidFill>
              <a:latin typeface="Arial" panose="020B0604020202020204" pitchFamily="34" charset="0"/>
              <a:cs typeface="Arial" panose="020B0604020202020204" pitchFamily="34" charset="0"/>
            </a:endParaRPr>
          </a:p>
        </p:txBody>
      </p:sp>
      <p:sp>
        <p:nvSpPr>
          <p:cNvPr id="16" name="Footer Placeholder 9">
            <a:extLst>
              <a:ext uri="{FF2B5EF4-FFF2-40B4-BE49-F238E27FC236}">
                <a16:creationId xmlns:a16="http://schemas.microsoft.com/office/drawing/2014/main" id="{91238751-4B41-A64D-9256-38165806A582}"/>
              </a:ext>
            </a:extLst>
          </p:cNvPr>
          <p:cNvSpPr txBox="1">
            <a:spLocks/>
          </p:cNvSpPr>
          <p:nvPr/>
        </p:nvSpPr>
        <p:spPr>
          <a:xfrm>
            <a:off x="15163800" y="9715499"/>
            <a:ext cx="2895600"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endParaRPr lang="en-US" dirty="0">
              <a:solidFill>
                <a:srgbClr val="00667A"/>
              </a:solidFill>
              <a:latin typeface="Arial" panose="020B0604020202020204" pitchFamily="34" charset="0"/>
              <a:cs typeface="Arial" panose="020B0604020202020204" pitchFamily="34" charset="0"/>
            </a:endParaRPr>
          </a:p>
        </p:txBody>
      </p:sp>
      <p:sp>
        <p:nvSpPr>
          <p:cNvPr id="15" name="Footer Placeholder 9">
            <a:extLst>
              <a:ext uri="{FF2B5EF4-FFF2-40B4-BE49-F238E27FC236}">
                <a16:creationId xmlns:a16="http://schemas.microsoft.com/office/drawing/2014/main" id="{976232BB-FC90-084A-A77F-98BBE7BA4C6D}"/>
              </a:ext>
            </a:extLst>
          </p:cNvPr>
          <p:cNvSpPr>
            <a:spLocks noGrp="1"/>
          </p:cNvSpPr>
          <p:nvPr>
            <p:ph type="ftr" sz="quarter" idx="11"/>
          </p:nvPr>
        </p:nvSpPr>
        <p:spPr>
          <a:xfrm>
            <a:off x="533400" y="9715499"/>
            <a:ext cx="6019800" cy="442894"/>
          </a:xfrm>
        </p:spPr>
        <p:txBody>
          <a:bodyPr/>
          <a:lstStyle/>
          <a:p>
            <a:pPr algn="l"/>
            <a:r>
              <a:rPr lang="en-US" b="1" dirty="0">
                <a:solidFill>
                  <a:srgbClr val="00667A"/>
                </a:solidFill>
                <a:latin typeface="Arial" panose="020B0604020202020204" pitchFamily="34" charset="0"/>
                <a:cs typeface="Arial" panose="020B0604020202020204" pitchFamily="34" charset="0"/>
              </a:rPr>
              <a:t>ICTSAD507 </a:t>
            </a:r>
            <a:r>
              <a:rPr lang="en-US" dirty="0">
                <a:solidFill>
                  <a:srgbClr val="00667A"/>
                </a:solidFill>
                <a:latin typeface="Arial" panose="020B0604020202020204" pitchFamily="34" charset="0"/>
                <a:cs typeface="Arial" panose="020B0604020202020204" pitchFamily="34" charset="0"/>
              </a:rPr>
              <a:t>Design and implement quality assurance processes for business solutions </a:t>
            </a:r>
          </a:p>
        </p:txBody>
      </p:sp>
      <p:sp>
        <p:nvSpPr>
          <p:cNvPr id="18" name="TextBox 3">
            <a:extLst>
              <a:ext uri="{FF2B5EF4-FFF2-40B4-BE49-F238E27FC236}">
                <a16:creationId xmlns:a16="http://schemas.microsoft.com/office/drawing/2014/main" id="{3F271B03-9BE3-614B-BFC7-B7CCF4234146}"/>
              </a:ext>
            </a:extLst>
          </p:cNvPr>
          <p:cNvSpPr txBox="1"/>
          <p:nvPr/>
        </p:nvSpPr>
        <p:spPr>
          <a:xfrm>
            <a:off x="990600" y="8337587"/>
            <a:ext cx="16745495" cy="692113"/>
          </a:xfrm>
          <a:prstGeom prst="rect">
            <a:avLst/>
          </a:prstGeom>
        </p:spPr>
        <p:txBody>
          <a:bodyPr wrap="square" lIns="0" tIns="0" rIns="0" bIns="0" rtlCol="0" anchor="t">
            <a:spAutoFit/>
          </a:bodyPr>
          <a:lstStyle/>
          <a:p>
            <a:pPr algn="r">
              <a:lnSpc>
                <a:spcPts val="5759"/>
              </a:lnSpc>
            </a:pPr>
            <a:r>
              <a:rPr lang="en-US" sz="4600" spc="192" dirty="0">
                <a:solidFill>
                  <a:schemeClr val="bg1"/>
                </a:solidFill>
                <a:latin typeface="Arial" panose="020B0604020202020204" pitchFamily="34" charset="0"/>
                <a:cs typeface="Arial" panose="020B0604020202020204" pitchFamily="34" charset="0"/>
              </a:rPr>
              <a:t>Topic 4: Improve quality</a:t>
            </a:r>
          </a:p>
        </p:txBody>
      </p:sp>
    </p:spTree>
    <p:extLst>
      <p:ext uri="{BB962C8B-B14F-4D97-AF65-F5344CB8AC3E}">
        <p14:creationId xmlns:p14="http://schemas.microsoft.com/office/powerpoint/2010/main" val="2154385666"/>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bg>
      <p:bgPr>
        <a:solidFill>
          <a:srgbClr val="00667A"/>
        </a:solidFill>
        <a:effectLst/>
      </p:bgPr>
    </p:bg>
    <p:spTree>
      <p:nvGrpSpPr>
        <p:cNvPr id="1" name=""/>
        <p:cNvGrpSpPr/>
        <p:nvPr/>
      </p:nvGrpSpPr>
      <p:grpSpPr>
        <a:xfrm>
          <a:off x="0" y="0"/>
          <a:ext cx="0" cy="0"/>
          <a:chOff x="0" y="0"/>
          <a:chExt cx="0" cy="0"/>
        </a:xfrm>
      </p:grpSpPr>
      <p:sp>
        <p:nvSpPr>
          <p:cNvPr id="2" name="AutoShape 2"/>
          <p:cNvSpPr/>
          <p:nvPr/>
        </p:nvSpPr>
        <p:spPr>
          <a:xfrm>
            <a:off x="0" y="7886700"/>
            <a:ext cx="18288000" cy="1621070"/>
          </a:xfrm>
          <a:prstGeom prst="rect">
            <a:avLst/>
          </a:prstGeom>
          <a:solidFill>
            <a:schemeClr val="bg1"/>
          </a:solidFill>
        </p:spPr>
        <p:txBody>
          <a:bodyPr/>
          <a:lstStyle/>
          <a:p>
            <a:endParaRPr lang="en-US"/>
          </a:p>
        </p:txBody>
      </p:sp>
      <p:sp>
        <p:nvSpPr>
          <p:cNvPr id="4" name="TextBox 4"/>
          <p:cNvSpPr txBox="1"/>
          <p:nvPr/>
        </p:nvSpPr>
        <p:spPr>
          <a:xfrm>
            <a:off x="2209800" y="1676834"/>
            <a:ext cx="14935200" cy="2776401"/>
          </a:xfrm>
          <a:prstGeom prst="rect">
            <a:avLst/>
          </a:prstGeom>
        </p:spPr>
        <p:txBody>
          <a:bodyPr wrap="square" lIns="0" tIns="0" rIns="0" bIns="0" rtlCol="0" anchor="t">
            <a:spAutoFit/>
          </a:bodyPr>
          <a:lstStyle/>
          <a:p>
            <a:pPr>
              <a:lnSpc>
                <a:spcPct val="114000"/>
              </a:lnSpc>
              <a:spcBef>
                <a:spcPts val="600"/>
              </a:spcBef>
              <a:spcAft>
                <a:spcPts val="600"/>
              </a:spcAft>
            </a:pPr>
            <a:r>
              <a:rPr lang="en-US" sz="3200" b="1" spc="200" dirty="0">
                <a:solidFill>
                  <a:schemeClr val="bg1"/>
                </a:solidFill>
                <a:latin typeface="Arial" panose="020B0604020202020204" pitchFamily="34" charset="0"/>
                <a:cs typeface="Arial" panose="020B0604020202020204" pitchFamily="34" charset="0"/>
              </a:rPr>
              <a:t>ACTIVITY: PROJECT</a:t>
            </a:r>
            <a:endParaRPr lang="en-US" sz="2500" b="1" spc="200" dirty="0">
              <a:solidFill>
                <a:schemeClr val="bg1"/>
              </a:solidFill>
              <a:latin typeface="Arial" panose="020B0604020202020204" pitchFamily="34" charset="0"/>
              <a:cs typeface="Arial" panose="020B0604020202020204" pitchFamily="34" charset="0"/>
            </a:endParaRPr>
          </a:p>
          <a:p>
            <a:pPr>
              <a:lnSpc>
                <a:spcPct val="114000"/>
              </a:lnSpc>
              <a:spcBef>
                <a:spcPts val="600"/>
              </a:spcBef>
              <a:spcAft>
                <a:spcPts val="600"/>
              </a:spcAft>
            </a:pPr>
            <a:r>
              <a:rPr lang="en-US" sz="3000" spc="25" dirty="0">
                <a:solidFill>
                  <a:schemeClr val="bg1"/>
                </a:solidFill>
                <a:latin typeface="Arial" panose="020B0604020202020204" pitchFamily="34" charset="0"/>
                <a:cs typeface="Arial" panose="020B0604020202020204" pitchFamily="34" charset="0"/>
              </a:rPr>
              <a:t>Assume that you have been asked to identify quality improvement guidelines for the design of the website. The benchmarks are based on meeting web accessibility standards that you identified in your quality policy and quality management plan created for Native Bush Spices. </a:t>
            </a:r>
          </a:p>
        </p:txBody>
      </p:sp>
      <p:grpSp>
        <p:nvGrpSpPr>
          <p:cNvPr id="17" name="Group 16">
            <a:extLst>
              <a:ext uri="{FF2B5EF4-FFF2-40B4-BE49-F238E27FC236}">
                <a16:creationId xmlns:a16="http://schemas.microsoft.com/office/drawing/2014/main" id="{9BC53F16-C04B-4406-BBF9-D518BC5BACFE}"/>
              </a:ext>
            </a:extLst>
          </p:cNvPr>
          <p:cNvGrpSpPr/>
          <p:nvPr/>
        </p:nvGrpSpPr>
        <p:grpSpPr>
          <a:xfrm>
            <a:off x="1028700" y="495300"/>
            <a:ext cx="17259300" cy="218203"/>
            <a:chOff x="1028700" y="723900"/>
            <a:chExt cx="17259300" cy="218203"/>
          </a:xfrm>
          <a:solidFill>
            <a:schemeClr val="bg1"/>
          </a:solidFill>
        </p:grpSpPr>
        <p:sp>
          <p:nvSpPr>
            <p:cNvPr id="6" name="AutoShape 6"/>
            <p:cNvSpPr/>
            <p:nvPr/>
          </p:nvSpPr>
          <p:spPr>
            <a:xfrm>
              <a:off x="1044000" y="826884"/>
              <a:ext cx="17244000" cy="20795"/>
            </a:xfrm>
            <a:prstGeom prst="rect">
              <a:avLst/>
            </a:prstGeom>
            <a:grpFill/>
          </p:spPr>
          <p:txBody>
            <a:bodyPr/>
            <a:lstStyle/>
            <a:p>
              <a:endParaRPr lang="en-US"/>
            </a:p>
          </p:txBody>
        </p:sp>
        <p:sp>
          <p:nvSpPr>
            <p:cNvPr id="7" name="AutoShape 7"/>
            <p:cNvSpPr/>
            <p:nvPr/>
          </p:nvSpPr>
          <p:spPr>
            <a:xfrm>
              <a:off x="1028700" y="723900"/>
              <a:ext cx="219025" cy="209643"/>
            </a:xfrm>
            <a:prstGeom prst="rect">
              <a:avLst/>
            </a:prstGeom>
            <a:grpFill/>
          </p:spPr>
          <p:txBody>
            <a:bodyPr/>
            <a:lstStyle/>
            <a:p>
              <a:endParaRPr lang="en-US"/>
            </a:p>
          </p:txBody>
        </p:sp>
        <p:sp>
          <p:nvSpPr>
            <p:cNvPr id="8" name="AutoShape 8"/>
            <p:cNvSpPr/>
            <p:nvPr/>
          </p:nvSpPr>
          <p:spPr>
            <a:xfrm>
              <a:off x="6856574" y="732460"/>
              <a:ext cx="219025" cy="209643"/>
            </a:xfrm>
            <a:prstGeom prst="rect">
              <a:avLst/>
            </a:prstGeom>
            <a:grpFill/>
          </p:spPr>
          <p:txBody>
            <a:bodyPr/>
            <a:lstStyle/>
            <a:p>
              <a:endParaRPr lang="en-US"/>
            </a:p>
          </p:txBody>
        </p:sp>
        <p:sp>
          <p:nvSpPr>
            <p:cNvPr id="9" name="AutoShape 9"/>
            <p:cNvSpPr/>
            <p:nvPr/>
          </p:nvSpPr>
          <p:spPr>
            <a:xfrm>
              <a:off x="12684448" y="732460"/>
              <a:ext cx="219025" cy="209643"/>
            </a:xfrm>
            <a:prstGeom prst="rect">
              <a:avLst/>
            </a:prstGeom>
            <a:grpFill/>
          </p:spPr>
          <p:txBody>
            <a:bodyPr/>
            <a:lstStyle/>
            <a:p>
              <a:endParaRPr lang="en-US"/>
            </a:p>
          </p:txBody>
        </p:sp>
      </p:grpSp>
      <p:pic>
        <p:nvPicPr>
          <p:cNvPr id="12" name="Graphic 11" descr="Head with gears">
            <a:extLst>
              <a:ext uri="{FF2B5EF4-FFF2-40B4-BE49-F238E27FC236}">
                <a16:creationId xmlns:a16="http://schemas.microsoft.com/office/drawing/2014/main" id="{24660D36-8AF2-4286-AAA9-78D28F426CF7}"/>
              </a:ext>
            </a:extLst>
          </p:cNvPr>
          <p:cNvPicPr>
            <a:picLocks noChangeAspect="1"/>
          </p:cNvPicPr>
          <p:nvPr/>
        </p:nvPicPr>
        <p:blipFill>
          <a:blip r:embed="rId3">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flipH="1">
            <a:off x="643741" y="1676834"/>
            <a:ext cx="1207968" cy="1207968"/>
          </a:xfrm>
          <a:prstGeom prst="rect">
            <a:avLst/>
          </a:prstGeom>
        </p:spPr>
      </p:pic>
      <p:sp>
        <p:nvSpPr>
          <p:cNvPr id="18" name="Footer Placeholder 9">
            <a:extLst>
              <a:ext uri="{FF2B5EF4-FFF2-40B4-BE49-F238E27FC236}">
                <a16:creationId xmlns:a16="http://schemas.microsoft.com/office/drawing/2014/main" id="{28DCC937-298F-458D-B2D1-4B0524F6D728}"/>
              </a:ext>
            </a:extLst>
          </p:cNvPr>
          <p:cNvSpPr txBox="1">
            <a:spLocks/>
          </p:cNvSpPr>
          <p:nvPr/>
        </p:nvSpPr>
        <p:spPr>
          <a:xfrm>
            <a:off x="15163800" y="9715499"/>
            <a:ext cx="2895600"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endParaRPr lang="en-US" dirty="0">
              <a:solidFill>
                <a:schemeClr val="bg1"/>
              </a:solidFill>
              <a:latin typeface="Arial" panose="020B0604020202020204" pitchFamily="34" charset="0"/>
              <a:cs typeface="Arial" panose="020B0604020202020204" pitchFamily="34" charset="0"/>
            </a:endParaRPr>
          </a:p>
        </p:txBody>
      </p:sp>
      <p:sp>
        <p:nvSpPr>
          <p:cNvPr id="14" name="Slide Number Placeholder 10">
            <a:extLst>
              <a:ext uri="{FF2B5EF4-FFF2-40B4-BE49-F238E27FC236}">
                <a16:creationId xmlns:a16="http://schemas.microsoft.com/office/drawing/2014/main" id="{2CC8EE72-4EB2-A843-A602-EEAF09A8A808}"/>
              </a:ext>
            </a:extLst>
          </p:cNvPr>
          <p:cNvSpPr txBox="1">
            <a:spLocks/>
          </p:cNvSpPr>
          <p:nvPr/>
        </p:nvSpPr>
        <p:spPr>
          <a:xfrm>
            <a:off x="17526000" y="164563"/>
            <a:ext cx="478452" cy="347857"/>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6F15528-21DE-4FAA-801E-634DDDAF4B2B}" type="slidenum">
              <a:rPr lang="en-US" smtClean="0">
                <a:solidFill>
                  <a:schemeClr val="bg1"/>
                </a:solidFill>
                <a:latin typeface="Arial" panose="020B0604020202020204" pitchFamily="34" charset="0"/>
                <a:cs typeface="Arial" panose="020B0604020202020204" pitchFamily="34" charset="0"/>
              </a:rPr>
              <a:pPr/>
              <a:t>52</a:t>
            </a:fld>
            <a:endParaRPr lang="en-US" dirty="0">
              <a:solidFill>
                <a:schemeClr val="bg1"/>
              </a:solidFill>
              <a:latin typeface="Arial" panose="020B0604020202020204" pitchFamily="34" charset="0"/>
              <a:cs typeface="Arial" panose="020B0604020202020204" pitchFamily="34" charset="0"/>
            </a:endParaRPr>
          </a:p>
        </p:txBody>
      </p:sp>
      <p:sp>
        <p:nvSpPr>
          <p:cNvPr id="16" name="Footer Placeholder 9">
            <a:extLst>
              <a:ext uri="{FF2B5EF4-FFF2-40B4-BE49-F238E27FC236}">
                <a16:creationId xmlns:a16="http://schemas.microsoft.com/office/drawing/2014/main" id="{AB9BE680-5A93-6744-9278-BEC84DF3AC8D}"/>
              </a:ext>
            </a:extLst>
          </p:cNvPr>
          <p:cNvSpPr>
            <a:spLocks noGrp="1"/>
          </p:cNvSpPr>
          <p:nvPr>
            <p:ph type="ftr" sz="quarter" idx="11"/>
          </p:nvPr>
        </p:nvSpPr>
        <p:spPr>
          <a:xfrm>
            <a:off x="533400" y="9715499"/>
            <a:ext cx="6019800" cy="442894"/>
          </a:xfrm>
        </p:spPr>
        <p:txBody>
          <a:bodyPr/>
          <a:lstStyle/>
          <a:p>
            <a:pPr algn="l"/>
            <a:r>
              <a:rPr lang="en-US" b="1" dirty="0">
                <a:solidFill>
                  <a:schemeClr val="bg1"/>
                </a:solidFill>
                <a:latin typeface="Arial" panose="020B0604020202020204" pitchFamily="34" charset="0"/>
                <a:cs typeface="Arial" panose="020B0604020202020204" pitchFamily="34" charset="0"/>
              </a:rPr>
              <a:t>ICTSAD507 </a:t>
            </a:r>
            <a:r>
              <a:rPr lang="en-US" dirty="0">
                <a:solidFill>
                  <a:schemeClr val="bg1"/>
                </a:solidFill>
                <a:latin typeface="Arial" panose="020B0604020202020204" pitchFamily="34" charset="0"/>
                <a:cs typeface="Arial" panose="020B0604020202020204" pitchFamily="34" charset="0"/>
              </a:rPr>
              <a:t>Design and implement quality assurance processes for business solutions </a:t>
            </a:r>
          </a:p>
        </p:txBody>
      </p:sp>
      <p:sp>
        <p:nvSpPr>
          <p:cNvPr id="19" name="TextBox 3">
            <a:extLst>
              <a:ext uri="{FF2B5EF4-FFF2-40B4-BE49-F238E27FC236}">
                <a16:creationId xmlns:a16="http://schemas.microsoft.com/office/drawing/2014/main" id="{A1923229-1ACB-F940-B312-65DBB650E333}"/>
              </a:ext>
            </a:extLst>
          </p:cNvPr>
          <p:cNvSpPr txBox="1"/>
          <p:nvPr/>
        </p:nvSpPr>
        <p:spPr>
          <a:xfrm>
            <a:off x="990600" y="8337587"/>
            <a:ext cx="16745495" cy="692113"/>
          </a:xfrm>
          <a:prstGeom prst="rect">
            <a:avLst/>
          </a:prstGeom>
        </p:spPr>
        <p:txBody>
          <a:bodyPr wrap="square" lIns="0" tIns="0" rIns="0" bIns="0" rtlCol="0" anchor="t">
            <a:spAutoFit/>
          </a:bodyPr>
          <a:lstStyle/>
          <a:p>
            <a:pPr algn="r">
              <a:lnSpc>
                <a:spcPts val="5759"/>
              </a:lnSpc>
            </a:pPr>
            <a:r>
              <a:rPr lang="en-US" sz="4600" spc="192" dirty="0">
                <a:solidFill>
                  <a:srgbClr val="00667A"/>
                </a:solidFill>
                <a:latin typeface="Arial" panose="020B0604020202020204" pitchFamily="34" charset="0"/>
                <a:cs typeface="Arial" panose="020B0604020202020204" pitchFamily="34" charset="0"/>
              </a:rPr>
              <a:t>Topic 4: Improve quality</a:t>
            </a:r>
          </a:p>
        </p:txBody>
      </p:sp>
    </p:spTree>
    <p:extLst>
      <p:ext uri="{BB962C8B-B14F-4D97-AF65-F5344CB8AC3E}">
        <p14:creationId xmlns:p14="http://schemas.microsoft.com/office/powerpoint/2010/main" val="1045448941"/>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bg>
      <p:bgPr>
        <a:solidFill>
          <a:srgbClr val="00667A"/>
        </a:solidFill>
        <a:effectLst/>
      </p:bgPr>
    </p:bg>
    <p:spTree>
      <p:nvGrpSpPr>
        <p:cNvPr id="1" name=""/>
        <p:cNvGrpSpPr/>
        <p:nvPr/>
      </p:nvGrpSpPr>
      <p:grpSpPr>
        <a:xfrm>
          <a:off x="0" y="0"/>
          <a:ext cx="0" cy="0"/>
          <a:chOff x="0" y="0"/>
          <a:chExt cx="0" cy="0"/>
        </a:xfrm>
      </p:grpSpPr>
      <p:sp>
        <p:nvSpPr>
          <p:cNvPr id="2" name="AutoShape 2"/>
          <p:cNvSpPr/>
          <p:nvPr/>
        </p:nvSpPr>
        <p:spPr>
          <a:xfrm>
            <a:off x="0" y="7886700"/>
            <a:ext cx="18288000" cy="1621070"/>
          </a:xfrm>
          <a:prstGeom prst="rect">
            <a:avLst/>
          </a:prstGeom>
          <a:solidFill>
            <a:schemeClr val="bg1"/>
          </a:solidFill>
        </p:spPr>
        <p:txBody>
          <a:bodyPr/>
          <a:lstStyle/>
          <a:p>
            <a:endParaRPr lang="en-US"/>
          </a:p>
        </p:txBody>
      </p:sp>
      <p:sp>
        <p:nvSpPr>
          <p:cNvPr id="4" name="TextBox 4"/>
          <p:cNvSpPr txBox="1"/>
          <p:nvPr/>
        </p:nvSpPr>
        <p:spPr>
          <a:xfrm>
            <a:off x="2209800" y="1676834"/>
            <a:ext cx="14935200" cy="1723805"/>
          </a:xfrm>
          <a:prstGeom prst="rect">
            <a:avLst/>
          </a:prstGeom>
        </p:spPr>
        <p:txBody>
          <a:bodyPr wrap="square" lIns="0" tIns="0" rIns="0" bIns="0" rtlCol="0" anchor="t">
            <a:spAutoFit/>
          </a:bodyPr>
          <a:lstStyle/>
          <a:p>
            <a:pPr>
              <a:lnSpc>
                <a:spcPct val="114000"/>
              </a:lnSpc>
              <a:spcBef>
                <a:spcPts val="600"/>
              </a:spcBef>
              <a:spcAft>
                <a:spcPts val="600"/>
              </a:spcAft>
            </a:pPr>
            <a:r>
              <a:rPr lang="en-US" sz="3200" b="1" spc="200" dirty="0">
                <a:solidFill>
                  <a:schemeClr val="bg1"/>
                </a:solidFill>
                <a:latin typeface="Arial" panose="020B0604020202020204" pitchFamily="34" charset="0"/>
                <a:cs typeface="Arial" panose="020B0604020202020204" pitchFamily="34" charset="0"/>
              </a:rPr>
              <a:t>ACTIVITY: PROJECT</a:t>
            </a:r>
            <a:endParaRPr lang="en-US" sz="2500" b="1" spc="200" dirty="0">
              <a:solidFill>
                <a:schemeClr val="bg1"/>
              </a:solidFill>
              <a:latin typeface="Arial" panose="020B0604020202020204" pitchFamily="34" charset="0"/>
              <a:cs typeface="Arial" panose="020B0604020202020204" pitchFamily="34" charset="0"/>
            </a:endParaRPr>
          </a:p>
          <a:p>
            <a:pPr>
              <a:lnSpc>
                <a:spcPct val="114000"/>
              </a:lnSpc>
              <a:spcBef>
                <a:spcPts val="600"/>
              </a:spcBef>
              <a:spcAft>
                <a:spcPts val="600"/>
              </a:spcAft>
            </a:pPr>
            <a:r>
              <a:rPr lang="en-US" sz="3000" spc="25" dirty="0">
                <a:solidFill>
                  <a:schemeClr val="bg1"/>
                </a:solidFill>
                <a:latin typeface="Arial" panose="020B0604020202020204" pitchFamily="34" charset="0"/>
                <a:cs typeface="Arial" panose="020B0604020202020204" pitchFamily="34" charset="0"/>
              </a:rPr>
              <a:t>As part of the quality improvement, you have been asked to provide a brief presentation on one aspect of web accessibility. </a:t>
            </a:r>
          </a:p>
        </p:txBody>
      </p:sp>
      <p:grpSp>
        <p:nvGrpSpPr>
          <p:cNvPr id="17" name="Group 16">
            <a:extLst>
              <a:ext uri="{FF2B5EF4-FFF2-40B4-BE49-F238E27FC236}">
                <a16:creationId xmlns:a16="http://schemas.microsoft.com/office/drawing/2014/main" id="{9BC53F16-C04B-4406-BBF9-D518BC5BACFE}"/>
              </a:ext>
            </a:extLst>
          </p:cNvPr>
          <p:cNvGrpSpPr/>
          <p:nvPr/>
        </p:nvGrpSpPr>
        <p:grpSpPr>
          <a:xfrm>
            <a:off x="1028700" y="495300"/>
            <a:ext cx="17259300" cy="218203"/>
            <a:chOff x="1028700" y="723900"/>
            <a:chExt cx="17259300" cy="218203"/>
          </a:xfrm>
          <a:solidFill>
            <a:schemeClr val="bg1"/>
          </a:solidFill>
        </p:grpSpPr>
        <p:sp>
          <p:nvSpPr>
            <p:cNvPr id="6" name="AutoShape 6"/>
            <p:cNvSpPr/>
            <p:nvPr/>
          </p:nvSpPr>
          <p:spPr>
            <a:xfrm>
              <a:off x="1044000" y="826884"/>
              <a:ext cx="17244000" cy="20795"/>
            </a:xfrm>
            <a:prstGeom prst="rect">
              <a:avLst/>
            </a:prstGeom>
            <a:grpFill/>
          </p:spPr>
          <p:txBody>
            <a:bodyPr/>
            <a:lstStyle/>
            <a:p>
              <a:endParaRPr lang="en-US"/>
            </a:p>
          </p:txBody>
        </p:sp>
        <p:sp>
          <p:nvSpPr>
            <p:cNvPr id="7" name="AutoShape 7"/>
            <p:cNvSpPr/>
            <p:nvPr/>
          </p:nvSpPr>
          <p:spPr>
            <a:xfrm>
              <a:off x="1028700" y="723900"/>
              <a:ext cx="219025" cy="209643"/>
            </a:xfrm>
            <a:prstGeom prst="rect">
              <a:avLst/>
            </a:prstGeom>
            <a:grpFill/>
          </p:spPr>
          <p:txBody>
            <a:bodyPr/>
            <a:lstStyle/>
            <a:p>
              <a:endParaRPr lang="en-US"/>
            </a:p>
          </p:txBody>
        </p:sp>
        <p:sp>
          <p:nvSpPr>
            <p:cNvPr id="8" name="AutoShape 8"/>
            <p:cNvSpPr/>
            <p:nvPr/>
          </p:nvSpPr>
          <p:spPr>
            <a:xfrm>
              <a:off x="6856574" y="732460"/>
              <a:ext cx="219025" cy="209643"/>
            </a:xfrm>
            <a:prstGeom prst="rect">
              <a:avLst/>
            </a:prstGeom>
            <a:grpFill/>
          </p:spPr>
          <p:txBody>
            <a:bodyPr/>
            <a:lstStyle/>
            <a:p>
              <a:endParaRPr lang="en-US"/>
            </a:p>
          </p:txBody>
        </p:sp>
        <p:sp>
          <p:nvSpPr>
            <p:cNvPr id="9" name="AutoShape 9"/>
            <p:cNvSpPr/>
            <p:nvPr/>
          </p:nvSpPr>
          <p:spPr>
            <a:xfrm>
              <a:off x="12684448" y="732460"/>
              <a:ext cx="219025" cy="209643"/>
            </a:xfrm>
            <a:prstGeom prst="rect">
              <a:avLst/>
            </a:prstGeom>
            <a:grpFill/>
          </p:spPr>
          <p:txBody>
            <a:bodyPr/>
            <a:lstStyle/>
            <a:p>
              <a:endParaRPr lang="en-US"/>
            </a:p>
          </p:txBody>
        </p:sp>
      </p:grpSp>
      <p:pic>
        <p:nvPicPr>
          <p:cNvPr id="12" name="Graphic 11" descr="Head with gears">
            <a:extLst>
              <a:ext uri="{FF2B5EF4-FFF2-40B4-BE49-F238E27FC236}">
                <a16:creationId xmlns:a16="http://schemas.microsoft.com/office/drawing/2014/main" id="{24660D36-8AF2-4286-AAA9-78D28F426CF7}"/>
              </a:ext>
            </a:extLst>
          </p:cNvPr>
          <p:cNvPicPr>
            <a:picLocks noChangeAspect="1"/>
          </p:cNvPicPr>
          <p:nvPr/>
        </p:nvPicPr>
        <p:blipFill>
          <a:blip r:embed="rId3">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flipH="1">
            <a:off x="643741" y="1676834"/>
            <a:ext cx="1207968" cy="1207968"/>
          </a:xfrm>
          <a:prstGeom prst="rect">
            <a:avLst/>
          </a:prstGeom>
        </p:spPr>
      </p:pic>
      <p:sp>
        <p:nvSpPr>
          <p:cNvPr id="18" name="Footer Placeholder 9">
            <a:extLst>
              <a:ext uri="{FF2B5EF4-FFF2-40B4-BE49-F238E27FC236}">
                <a16:creationId xmlns:a16="http://schemas.microsoft.com/office/drawing/2014/main" id="{28DCC937-298F-458D-B2D1-4B0524F6D728}"/>
              </a:ext>
            </a:extLst>
          </p:cNvPr>
          <p:cNvSpPr txBox="1">
            <a:spLocks/>
          </p:cNvSpPr>
          <p:nvPr/>
        </p:nvSpPr>
        <p:spPr>
          <a:xfrm>
            <a:off x="15163800" y="9715499"/>
            <a:ext cx="2895600"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endParaRPr lang="en-US" dirty="0">
              <a:solidFill>
                <a:schemeClr val="bg1"/>
              </a:solidFill>
              <a:latin typeface="Arial" panose="020B0604020202020204" pitchFamily="34" charset="0"/>
              <a:cs typeface="Arial" panose="020B0604020202020204" pitchFamily="34" charset="0"/>
            </a:endParaRPr>
          </a:p>
        </p:txBody>
      </p:sp>
      <p:sp>
        <p:nvSpPr>
          <p:cNvPr id="14" name="Slide Number Placeholder 10">
            <a:extLst>
              <a:ext uri="{FF2B5EF4-FFF2-40B4-BE49-F238E27FC236}">
                <a16:creationId xmlns:a16="http://schemas.microsoft.com/office/drawing/2014/main" id="{2CC8EE72-4EB2-A843-A602-EEAF09A8A808}"/>
              </a:ext>
            </a:extLst>
          </p:cNvPr>
          <p:cNvSpPr txBox="1">
            <a:spLocks/>
          </p:cNvSpPr>
          <p:nvPr/>
        </p:nvSpPr>
        <p:spPr>
          <a:xfrm>
            <a:off x="17526000" y="164563"/>
            <a:ext cx="478452" cy="347857"/>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6F15528-21DE-4FAA-801E-634DDDAF4B2B}" type="slidenum">
              <a:rPr lang="en-US" smtClean="0">
                <a:solidFill>
                  <a:schemeClr val="bg1"/>
                </a:solidFill>
                <a:latin typeface="Arial" panose="020B0604020202020204" pitchFamily="34" charset="0"/>
                <a:cs typeface="Arial" panose="020B0604020202020204" pitchFamily="34" charset="0"/>
              </a:rPr>
              <a:pPr/>
              <a:t>53</a:t>
            </a:fld>
            <a:endParaRPr lang="en-US" dirty="0">
              <a:solidFill>
                <a:schemeClr val="bg1"/>
              </a:solidFill>
              <a:latin typeface="Arial" panose="020B0604020202020204" pitchFamily="34" charset="0"/>
              <a:cs typeface="Arial" panose="020B0604020202020204" pitchFamily="34" charset="0"/>
            </a:endParaRPr>
          </a:p>
        </p:txBody>
      </p:sp>
      <p:sp>
        <p:nvSpPr>
          <p:cNvPr id="16" name="Footer Placeholder 9">
            <a:extLst>
              <a:ext uri="{FF2B5EF4-FFF2-40B4-BE49-F238E27FC236}">
                <a16:creationId xmlns:a16="http://schemas.microsoft.com/office/drawing/2014/main" id="{AB9BE680-5A93-6744-9278-BEC84DF3AC8D}"/>
              </a:ext>
            </a:extLst>
          </p:cNvPr>
          <p:cNvSpPr>
            <a:spLocks noGrp="1"/>
          </p:cNvSpPr>
          <p:nvPr>
            <p:ph type="ftr" sz="quarter" idx="11"/>
          </p:nvPr>
        </p:nvSpPr>
        <p:spPr>
          <a:xfrm>
            <a:off x="533400" y="9715499"/>
            <a:ext cx="6019800" cy="442894"/>
          </a:xfrm>
        </p:spPr>
        <p:txBody>
          <a:bodyPr/>
          <a:lstStyle/>
          <a:p>
            <a:pPr algn="l"/>
            <a:r>
              <a:rPr lang="en-US" b="1" dirty="0">
                <a:solidFill>
                  <a:schemeClr val="bg1"/>
                </a:solidFill>
                <a:latin typeface="Arial" panose="020B0604020202020204" pitchFamily="34" charset="0"/>
                <a:cs typeface="Arial" panose="020B0604020202020204" pitchFamily="34" charset="0"/>
              </a:rPr>
              <a:t>ICTSAD507 </a:t>
            </a:r>
            <a:r>
              <a:rPr lang="en-US" dirty="0">
                <a:solidFill>
                  <a:schemeClr val="bg1"/>
                </a:solidFill>
                <a:latin typeface="Arial" panose="020B0604020202020204" pitchFamily="34" charset="0"/>
                <a:cs typeface="Arial" panose="020B0604020202020204" pitchFamily="34" charset="0"/>
              </a:rPr>
              <a:t>Design and implement quality assurance processes for business solutions </a:t>
            </a:r>
          </a:p>
        </p:txBody>
      </p:sp>
      <p:sp>
        <p:nvSpPr>
          <p:cNvPr id="19" name="TextBox 3">
            <a:extLst>
              <a:ext uri="{FF2B5EF4-FFF2-40B4-BE49-F238E27FC236}">
                <a16:creationId xmlns:a16="http://schemas.microsoft.com/office/drawing/2014/main" id="{A1923229-1ACB-F940-B312-65DBB650E333}"/>
              </a:ext>
            </a:extLst>
          </p:cNvPr>
          <p:cNvSpPr txBox="1"/>
          <p:nvPr/>
        </p:nvSpPr>
        <p:spPr>
          <a:xfrm>
            <a:off x="990600" y="8337587"/>
            <a:ext cx="16745495" cy="692113"/>
          </a:xfrm>
          <a:prstGeom prst="rect">
            <a:avLst/>
          </a:prstGeom>
        </p:spPr>
        <p:txBody>
          <a:bodyPr wrap="square" lIns="0" tIns="0" rIns="0" bIns="0" rtlCol="0" anchor="t">
            <a:spAutoFit/>
          </a:bodyPr>
          <a:lstStyle/>
          <a:p>
            <a:pPr algn="r">
              <a:lnSpc>
                <a:spcPts val="5759"/>
              </a:lnSpc>
            </a:pPr>
            <a:r>
              <a:rPr lang="en-US" sz="4600" spc="192" dirty="0">
                <a:solidFill>
                  <a:srgbClr val="00667A"/>
                </a:solidFill>
                <a:latin typeface="Arial" panose="020B0604020202020204" pitchFamily="34" charset="0"/>
                <a:cs typeface="Arial" panose="020B0604020202020204" pitchFamily="34" charset="0"/>
              </a:rPr>
              <a:t>Topic 4: Improve quality</a:t>
            </a:r>
          </a:p>
        </p:txBody>
      </p:sp>
    </p:spTree>
    <p:extLst>
      <p:ext uri="{BB962C8B-B14F-4D97-AF65-F5344CB8AC3E}">
        <p14:creationId xmlns:p14="http://schemas.microsoft.com/office/powerpoint/2010/main" val="2982789054"/>
      </p:ext>
    </p:extLst>
  </p:cSld>
  <p:clrMapOvr>
    <a:masterClrMapping/>
  </p:clrMapOvr>
</p:sld>
</file>

<file path=ppt/theme/theme1.xml><?xml version="1.0" encoding="utf-8"?>
<a:theme xmlns:a="http://schemas.openxmlformats.org/drawingml/2006/main" name="Office Theme">
  <a:themeElements>
    <a:clrScheme name="Custom 4">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AFD0F0"/>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55C80B126816A9409F2C6B4A1A06B318" ma:contentTypeVersion="6" ma:contentTypeDescription="Create a new document." ma:contentTypeScope="" ma:versionID="93e6218cc9a5cb33643a587d5c89411d">
  <xsd:schema xmlns:xsd="http://www.w3.org/2001/XMLSchema" xmlns:xs="http://www.w3.org/2001/XMLSchema" xmlns:p="http://schemas.microsoft.com/office/2006/metadata/properties" xmlns:ns2="f892f62c-4428-46cf-8317-3c03dc187ab3" xmlns:ns3="aee44d23-490f-4ef4-bf1f-6297206e59cc" targetNamespace="http://schemas.microsoft.com/office/2006/metadata/properties" ma:root="true" ma:fieldsID="6d6edcab13f742a9104421b1fc1081ba" ns2:_="" ns3:_="">
    <xsd:import namespace="f892f62c-4428-46cf-8317-3c03dc187ab3"/>
    <xsd:import namespace="aee44d23-490f-4ef4-bf1f-6297206e59cc"/>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element ref="ns3:SharedWithUsers" minOccurs="0"/>
                <xsd:element ref="ns3:SharedWithDetail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f892f62c-4428-46cf-8317-3c03dc187ab3"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aee44d23-490f-4ef4-bf1f-6297206e59cc"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DDBCB422-7669-48D3-B059-E459DF50CA5B}">
  <ds:schemaRefs>
    <ds:schemaRef ds:uri="http://schemas.microsoft.com/sharepoint/v3/contenttype/forms"/>
  </ds:schemaRefs>
</ds:datastoreItem>
</file>

<file path=customXml/itemProps2.xml><?xml version="1.0" encoding="utf-8"?>
<ds:datastoreItem xmlns:ds="http://schemas.openxmlformats.org/officeDocument/2006/customXml" ds:itemID="{B32CB200-3965-4494-A60B-C2F6B779D6A1}">
  <ds:schemaRefs>
    <ds:schemaRef ds:uri="http://schemas.microsoft.com/office/2006/metadata/properties"/>
    <ds:schemaRef ds:uri="http://schemas.microsoft.com/office/infopath/2007/PartnerControls"/>
  </ds:schemaRefs>
</ds:datastoreItem>
</file>

<file path=customXml/itemProps3.xml><?xml version="1.0" encoding="utf-8"?>
<ds:datastoreItem xmlns:ds="http://schemas.openxmlformats.org/officeDocument/2006/customXml" ds:itemID="{82AE2B6A-EB86-4652-BA84-E52864564462}">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f892f62c-4428-46cf-8317-3c03dc187ab3"/>
    <ds:schemaRef ds:uri="aee44d23-490f-4ef4-bf1f-6297206e59cc"/>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otalTime>112</TotalTime>
  <Words>2916</Words>
  <Application>Microsoft Macintosh PowerPoint</Application>
  <PresentationFormat>Custom</PresentationFormat>
  <Paragraphs>346</Paragraphs>
  <Slides>53</Slides>
  <Notes>21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53</vt:i4>
      </vt:variant>
    </vt:vector>
  </HeadingPairs>
  <TitlesOfParts>
    <vt:vector size="57" baseType="lpstr">
      <vt:lpstr>Montserrat Light</vt: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cp:lastModifiedBy>Harjot Khera</cp:lastModifiedBy>
  <cp:revision>72</cp:revision>
  <dcterms:created xsi:type="dcterms:W3CDTF">2006-08-16T00:00:00Z</dcterms:created>
  <dcterms:modified xsi:type="dcterms:W3CDTF">2024-07-11T01:57:45Z</dcterms:modified>
  <dc:identifier>DADyeL1zUHA</dc:identifier>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0x01010055C80B126816A9409F2C6B4A1A06B318</vt:lpwstr>
  </property>
  <property fmtid="{D5CDD505-2E9C-101B-9397-08002B2CF9AE}" pid="3" name="Order">
    <vt:r8>16919400</vt:r8>
  </property>
  <property fmtid="{D5CDD505-2E9C-101B-9397-08002B2CF9AE}" pid="4" name="_ExtendedDescription">
    <vt:lpwstr/>
  </property>
  <property fmtid="{D5CDD505-2E9C-101B-9397-08002B2CF9AE}" pid="5" name="TriggerFlowInfo">
    <vt:lpwstr/>
  </property>
  <property fmtid="{D5CDD505-2E9C-101B-9397-08002B2CF9AE}" pid="6" name="_SourceUrl">
    <vt:lpwstr/>
  </property>
  <property fmtid="{D5CDD505-2E9C-101B-9397-08002B2CF9AE}" pid="7" name="_SharedFileIndex">
    <vt:lpwstr/>
  </property>
  <property fmtid="{D5CDD505-2E9C-101B-9397-08002B2CF9AE}" pid="8" name="ComplianceAssetId">
    <vt:lpwstr/>
  </property>
</Properties>
</file>